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312" r:id="rId3"/>
    <p:sldId id="315" r:id="rId4"/>
    <p:sldId id="386" r:id="rId5"/>
    <p:sldId id="393" r:id="rId6"/>
    <p:sldId id="370" r:id="rId7"/>
    <p:sldId id="394" r:id="rId8"/>
    <p:sldId id="395" r:id="rId9"/>
    <p:sldId id="396" r:id="rId10"/>
    <p:sldId id="397" r:id="rId11"/>
    <p:sldId id="282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5089"/>
    <a:srgbClr val="2E2EDF"/>
    <a:srgbClr val="1F22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526" autoAdjust="0"/>
    <p:restoredTop sz="94660"/>
  </p:normalViewPr>
  <p:slideViewPr>
    <p:cSldViewPr snapToGrid="0">
      <p:cViewPr varScale="1">
        <p:scale>
          <a:sx n="62" d="100"/>
          <a:sy n="62" d="100"/>
        </p:scale>
        <p:origin x="77" y="216"/>
      </p:cViewPr>
      <p:guideLst>
        <p:guide orient="horz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howGuides="1">
      <p:cViewPr varScale="1">
        <p:scale>
          <a:sx n="145" d="100"/>
          <a:sy n="145" d="100"/>
        </p:scale>
        <p:origin x="629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282B2A-05B9-DA43-B020-0E17B430990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880F47-F956-A04A-B651-0BD4539C204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3D6820-C90F-314A-B635-C792A02598A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E4E16-EE10-FD4C-BD38-5D3EA4A780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E22654-B272-734A-8F53-4FAFEF8572E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3C2991-C7D9-7247-8934-6D802DBD2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6961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alvenes vietturis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a vietturis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4DD683-F048-40F2-8F8B-BB5C49C79AC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aida attēla vietturi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Piezīmju vietturi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lv-LV"/>
              <a:t>Rediģēt šablona teksta stilus</a:t>
            </a:r>
          </a:p>
          <a:p>
            <a:pPr lvl="1"/>
            <a:r>
              <a:rPr lang="lv-LV"/>
              <a:t>Otrais līmenis</a:t>
            </a:r>
          </a:p>
          <a:p>
            <a:pPr lvl="2"/>
            <a:r>
              <a:rPr lang="lv-LV"/>
              <a:t>Trešais līmenis</a:t>
            </a:r>
          </a:p>
          <a:p>
            <a:pPr lvl="3"/>
            <a:r>
              <a:rPr lang="lv-LV"/>
              <a:t>Ceturtais līmenis</a:t>
            </a:r>
          </a:p>
          <a:p>
            <a:pPr lvl="4"/>
            <a:r>
              <a:rPr lang="lv-LV"/>
              <a:t>Piektais līmenis</a:t>
            </a:r>
            <a:endParaRPr lang="en-US"/>
          </a:p>
        </p:txBody>
      </p:sp>
      <p:sp>
        <p:nvSpPr>
          <p:cNvPr id="6" name="Kājenes vietturis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aida numura vietturis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C0BB03-6D45-4B7D-B28F-151C74B80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791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ida attēla vietturi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iezīmju vietturi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ida numura vietturis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C0BB03-6D45-4B7D-B28F-151C74B803E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69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rsraksta slai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lv-LV" dirty="0"/>
              <a:t>Rediģēt šablona virsraksta stilu</a:t>
            </a:r>
            <a:endParaRPr lang="en-US" dirty="0"/>
          </a:p>
        </p:txBody>
      </p:sp>
      <p:sp>
        <p:nvSpPr>
          <p:cNvPr id="3" name="Apakšvirsrakst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lv-LV" dirty="0"/>
              <a:t>Rediģēt šablona apakšvirsraksta stilu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18C710-B841-284D-A600-58291455ABCB}"/>
              </a:ext>
            </a:extLst>
          </p:cNvPr>
          <p:cNvSpPr/>
          <p:nvPr userDrawn="1"/>
        </p:nvSpPr>
        <p:spPr>
          <a:xfrm>
            <a:off x="0" y="5755342"/>
            <a:ext cx="12192000" cy="12729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1">
            <a:extLst>
              <a:ext uri="{FF2B5EF4-FFF2-40B4-BE49-F238E27FC236}">
                <a16:creationId xmlns:a16="http://schemas.microsoft.com/office/drawing/2014/main" id="{BA99B71F-918A-0E40-9971-A475596C83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9826" y="538464"/>
            <a:ext cx="3876527" cy="131001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B9B900A-6B68-0342-8952-BF3D282C41F1}"/>
              </a:ext>
            </a:extLst>
          </p:cNvPr>
          <p:cNvSpPr/>
          <p:nvPr userDrawn="1"/>
        </p:nvSpPr>
        <p:spPr>
          <a:xfrm>
            <a:off x="0" y="2316162"/>
            <a:ext cx="12192000" cy="4712167"/>
          </a:xfrm>
          <a:prstGeom prst="rect">
            <a:avLst/>
          </a:prstGeom>
          <a:solidFill>
            <a:srgbClr val="1B50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977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rsraksts un satu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ida numura vietturis 5"/>
          <p:cNvSpPr>
            <a:spLocks noGrp="1"/>
          </p:cNvSpPr>
          <p:nvPr>
            <p:ph type="sldNum" sz="quarter" idx="12"/>
          </p:nvPr>
        </p:nvSpPr>
        <p:spPr>
          <a:xfrm>
            <a:off x="11645929" y="6256960"/>
            <a:ext cx="605110" cy="332685"/>
          </a:xfrm>
          <a:prstGeom prst="rect">
            <a:avLst/>
          </a:prstGeom>
        </p:spPr>
        <p:txBody>
          <a:bodyPr/>
          <a:lstStyle>
            <a:lvl1pPr algn="ctr">
              <a:defRPr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874D3B-0145-4B40-BC41-2631D243DC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256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adaļas galve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lv-LV"/>
              <a:t>Rediģēt šablona virsraksta stilu</a:t>
            </a:r>
            <a:endParaRPr lang="en-US"/>
          </a:p>
        </p:txBody>
      </p:sp>
      <p:sp>
        <p:nvSpPr>
          <p:cNvPr id="3" name="Teksta vietturis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lv-LV"/>
              <a:t>Rediģēt šablona teksta stilus</a:t>
            </a:r>
          </a:p>
        </p:txBody>
      </p:sp>
      <p:sp>
        <p:nvSpPr>
          <p:cNvPr id="4" name="Datuma vietturis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Kājenes vietturis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aida numura vietturis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2874D3B-0145-4B40-BC41-2631D243D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350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ivi satu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lv-LV" dirty="0"/>
              <a:t>Rediģēt šablona virsraksta stilu</a:t>
            </a:r>
            <a:endParaRPr lang="en-US" dirty="0"/>
          </a:p>
        </p:txBody>
      </p:sp>
      <p:sp>
        <p:nvSpPr>
          <p:cNvPr id="3" name="Satura vietturis 2"/>
          <p:cNvSpPr>
            <a:spLocks noGrp="1"/>
          </p:cNvSpPr>
          <p:nvPr>
            <p:ph sz="half" idx="1"/>
          </p:nvPr>
        </p:nvSpPr>
        <p:spPr>
          <a:xfrm>
            <a:off x="274319" y="1269961"/>
            <a:ext cx="5745481" cy="4907002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lv-LV" dirty="0"/>
              <a:t>Rediģēt šablona teksta stilus</a:t>
            </a:r>
          </a:p>
          <a:p>
            <a:pPr lvl="1"/>
            <a:r>
              <a:rPr lang="lv-LV" dirty="0"/>
              <a:t>Otrais līmenis</a:t>
            </a:r>
          </a:p>
          <a:p>
            <a:pPr lvl="2"/>
            <a:r>
              <a:rPr lang="lv-LV" dirty="0"/>
              <a:t>Trešais līmenis</a:t>
            </a:r>
          </a:p>
          <a:p>
            <a:pPr lvl="3"/>
            <a:r>
              <a:rPr lang="lv-LV" dirty="0"/>
              <a:t>Ceturtais līmenis</a:t>
            </a:r>
          </a:p>
          <a:p>
            <a:pPr lvl="4"/>
            <a:r>
              <a:rPr lang="lv-LV" dirty="0"/>
              <a:t>Piektais līmenis</a:t>
            </a:r>
            <a:endParaRPr lang="en-US" dirty="0"/>
          </a:p>
        </p:txBody>
      </p:sp>
      <p:sp>
        <p:nvSpPr>
          <p:cNvPr id="4" name="Satura vietturis 3"/>
          <p:cNvSpPr>
            <a:spLocks noGrp="1"/>
          </p:cNvSpPr>
          <p:nvPr>
            <p:ph sz="half" idx="2"/>
          </p:nvPr>
        </p:nvSpPr>
        <p:spPr>
          <a:xfrm>
            <a:off x="6172200" y="1269961"/>
            <a:ext cx="5814752" cy="4907002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lv-LV" dirty="0"/>
              <a:t>Rediģēt šablona teksta stilus</a:t>
            </a:r>
          </a:p>
          <a:p>
            <a:pPr lvl="1"/>
            <a:r>
              <a:rPr lang="lv-LV" dirty="0"/>
              <a:t>Otrais līmenis</a:t>
            </a:r>
          </a:p>
          <a:p>
            <a:pPr lvl="2"/>
            <a:r>
              <a:rPr lang="lv-LV" dirty="0"/>
              <a:t>Trešais līmenis</a:t>
            </a:r>
          </a:p>
          <a:p>
            <a:pPr lvl="3"/>
            <a:r>
              <a:rPr lang="lv-LV" dirty="0"/>
              <a:t>Ceturtais līmenis</a:t>
            </a:r>
          </a:p>
          <a:p>
            <a:pPr lvl="4"/>
            <a:r>
              <a:rPr lang="lv-LV" dirty="0"/>
              <a:t>Piektais līmenis</a:t>
            </a:r>
            <a:endParaRPr lang="en-US" dirty="0"/>
          </a:p>
        </p:txBody>
      </p:sp>
      <p:sp>
        <p:nvSpPr>
          <p:cNvPr id="5" name="Datuma vietturis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Kājenes vietturis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aida numura vietturis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2874D3B-0145-4B40-BC41-2631D243D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391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līdzināju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/>
          <p:cNvSpPr>
            <a:spLocks noGrp="1"/>
          </p:cNvSpPr>
          <p:nvPr>
            <p:ph type="title"/>
          </p:nvPr>
        </p:nvSpPr>
        <p:spPr>
          <a:xfrm>
            <a:off x="399011" y="199506"/>
            <a:ext cx="11438313" cy="972590"/>
          </a:xfrm>
        </p:spPr>
        <p:txBody>
          <a:bodyPr/>
          <a:lstStyle/>
          <a:p>
            <a:r>
              <a:rPr lang="lv-LV" dirty="0"/>
              <a:t>Rediģēt šablona virsraksta stilu</a:t>
            </a:r>
            <a:endParaRPr lang="en-US" dirty="0"/>
          </a:p>
        </p:txBody>
      </p:sp>
      <p:sp>
        <p:nvSpPr>
          <p:cNvPr id="3" name="Teksta vietturis 2"/>
          <p:cNvSpPr>
            <a:spLocks noGrp="1"/>
          </p:cNvSpPr>
          <p:nvPr>
            <p:ph type="body" idx="1"/>
          </p:nvPr>
        </p:nvSpPr>
        <p:spPr>
          <a:xfrm>
            <a:off x="399012" y="1426629"/>
            <a:ext cx="559856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lv-LV" dirty="0"/>
              <a:t>Rediģēt šablona teksta stilus</a:t>
            </a:r>
          </a:p>
        </p:txBody>
      </p:sp>
      <p:sp>
        <p:nvSpPr>
          <p:cNvPr id="4" name="Satura vietturis 3"/>
          <p:cNvSpPr>
            <a:spLocks noGrp="1"/>
          </p:cNvSpPr>
          <p:nvPr>
            <p:ph sz="half" idx="2"/>
          </p:nvPr>
        </p:nvSpPr>
        <p:spPr>
          <a:xfrm>
            <a:off x="399012" y="2310938"/>
            <a:ext cx="5598564" cy="3878725"/>
          </a:xfrm>
        </p:spPr>
        <p:txBody>
          <a:bodyPr/>
          <a:lstStyle/>
          <a:p>
            <a:pPr lvl="0"/>
            <a:r>
              <a:rPr lang="lv-LV" dirty="0"/>
              <a:t>Rediģēt šablona teksta stilus</a:t>
            </a:r>
          </a:p>
          <a:p>
            <a:pPr lvl="1"/>
            <a:r>
              <a:rPr lang="lv-LV" dirty="0"/>
              <a:t>Otrais līmenis</a:t>
            </a:r>
          </a:p>
          <a:p>
            <a:pPr lvl="2"/>
            <a:r>
              <a:rPr lang="lv-LV" dirty="0"/>
              <a:t>Trešais līmenis</a:t>
            </a:r>
          </a:p>
          <a:p>
            <a:pPr lvl="3"/>
            <a:r>
              <a:rPr lang="lv-LV" dirty="0"/>
              <a:t>Ceturtais līmenis</a:t>
            </a:r>
          </a:p>
          <a:p>
            <a:pPr lvl="4"/>
            <a:r>
              <a:rPr lang="lv-LV" dirty="0"/>
              <a:t>Piektais līmenis</a:t>
            </a:r>
            <a:endParaRPr lang="en-US" dirty="0"/>
          </a:p>
        </p:txBody>
      </p:sp>
      <p:sp>
        <p:nvSpPr>
          <p:cNvPr id="5" name="Teksta vietturis 4"/>
          <p:cNvSpPr>
            <a:spLocks noGrp="1"/>
          </p:cNvSpPr>
          <p:nvPr>
            <p:ph type="body" sz="quarter" idx="3"/>
          </p:nvPr>
        </p:nvSpPr>
        <p:spPr>
          <a:xfrm>
            <a:off x="6172200" y="1426629"/>
            <a:ext cx="5665124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lv-LV"/>
              <a:t>Rediģēt šablona teksta stilus</a:t>
            </a:r>
          </a:p>
        </p:txBody>
      </p:sp>
      <p:sp>
        <p:nvSpPr>
          <p:cNvPr id="6" name="Satura vietturis 5"/>
          <p:cNvSpPr>
            <a:spLocks noGrp="1"/>
          </p:cNvSpPr>
          <p:nvPr>
            <p:ph sz="quarter" idx="4"/>
          </p:nvPr>
        </p:nvSpPr>
        <p:spPr>
          <a:xfrm>
            <a:off x="6172200" y="2310938"/>
            <a:ext cx="5665124" cy="3878725"/>
          </a:xfrm>
        </p:spPr>
        <p:txBody>
          <a:bodyPr/>
          <a:lstStyle/>
          <a:p>
            <a:pPr lvl="0"/>
            <a:r>
              <a:rPr lang="lv-LV"/>
              <a:t>Rediģēt šablona teksta stilus</a:t>
            </a:r>
          </a:p>
          <a:p>
            <a:pPr lvl="1"/>
            <a:r>
              <a:rPr lang="lv-LV"/>
              <a:t>Otrais līmenis</a:t>
            </a:r>
          </a:p>
          <a:p>
            <a:pPr lvl="2"/>
            <a:r>
              <a:rPr lang="lv-LV"/>
              <a:t>Trešais līmenis</a:t>
            </a:r>
          </a:p>
          <a:p>
            <a:pPr lvl="3"/>
            <a:r>
              <a:rPr lang="lv-LV"/>
              <a:t>Ceturtais līmenis</a:t>
            </a:r>
          </a:p>
          <a:p>
            <a:pPr lvl="4"/>
            <a:r>
              <a:rPr lang="lv-LV"/>
              <a:t>Piektais līmenis</a:t>
            </a:r>
            <a:endParaRPr lang="en-US"/>
          </a:p>
        </p:txBody>
      </p:sp>
      <p:sp>
        <p:nvSpPr>
          <p:cNvPr id="7" name="Datuma vietturis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Kājenes vietturis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aida numura vietturis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2874D3B-0145-4B40-BC41-2631D243D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447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kai virsrak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/>
              <a:t>Rediģēt šablona virsraksta stilu</a:t>
            </a:r>
            <a:endParaRPr lang="en-US"/>
          </a:p>
        </p:txBody>
      </p:sp>
      <p:sp>
        <p:nvSpPr>
          <p:cNvPr id="3" name="Datuma vietturis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Kājenes vietturis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aida numura vietturis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2874D3B-0145-4B40-BC41-2631D243D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869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uk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a vietturis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Kājenes vietturis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aida numura vietturis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2874D3B-0145-4B40-BC41-2631D243D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496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aturs ar parakst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lv-LV"/>
              <a:t>Rediģēt šablona virsraksta stilu</a:t>
            </a:r>
            <a:endParaRPr lang="en-US"/>
          </a:p>
        </p:txBody>
      </p:sp>
      <p:sp>
        <p:nvSpPr>
          <p:cNvPr id="3" name="Satura vietturis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lv-LV"/>
              <a:t>Rediģēt šablona teksta stilus</a:t>
            </a:r>
          </a:p>
          <a:p>
            <a:pPr lvl="1"/>
            <a:r>
              <a:rPr lang="lv-LV"/>
              <a:t>Otrais līmenis</a:t>
            </a:r>
          </a:p>
          <a:p>
            <a:pPr lvl="2"/>
            <a:r>
              <a:rPr lang="lv-LV"/>
              <a:t>Trešais līmenis</a:t>
            </a:r>
          </a:p>
          <a:p>
            <a:pPr lvl="3"/>
            <a:r>
              <a:rPr lang="lv-LV"/>
              <a:t>Ceturtais līmenis</a:t>
            </a:r>
          </a:p>
          <a:p>
            <a:pPr lvl="4"/>
            <a:r>
              <a:rPr lang="lv-LV"/>
              <a:t>Piektais līmenis</a:t>
            </a:r>
            <a:endParaRPr lang="en-US"/>
          </a:p>
        </p:txBody>
      </p:sp>
      <p:sp>
        <p:nvSpPr>
          <p:cNvPr id="4" name="Teksta vietturis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lv-LV"/>
              <a:t>Rediģēt šablona teksta stilus</a:t>
            </a:r>
          </a:p>
        </p:txBody>
      </p:sp>
      <p:sp>
        <p:nvSpPr>
          <p:cNvPr id="5" name="Datuma vietturis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Kājenes vietturis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aida numura vietturis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2874D3B-0145-4B40-BC41-2631D243D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62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ttēls ar parakst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lv-LV"/>
              <a:t>Rediģēt šablona virsraksta stilu</a:t>
            </a:r>
            <a:endParaRPr lang="en-US"/>
          </a:p>
        </p:txBody>
      </p:sp>
      <p:sp>
        <p:nvSpPr>
          <p:cNvPr id="3" name="Attēla vietturis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ksta vietturis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lv-LV"/>
              <a:t>Rediģēt šablona teksta stilus</a:t>
            </a:r>
          </a:p>
        </p:txBody>
      </p:sp>
      <p:sp>
        <p:nvSpPr>
          <p:cNvPr id="5" name="Datuma vietturis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Kājenes vietturis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aida numura vietturis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2874D3B-0145-4B40-BC41-2631D243D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869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Virsraksts un vertikāls tek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/>
              <a:t>Rediģēt šablona virsraksta stilu</a:t>
            </a:r>
            <a:endParaRPr lang="en-US"/>
          </a:p>
        </p:txBody>
      </p:sp>
      <p:sp>
        <p:nvSpPr>
          <p:cNvPr id="3" name="Vertikāls teksta vietturis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lv-LV"/>
              <a:t>Rediģēt šablona teksta stilus</a:t>
            </a:r>
          </a:p>
          <a:p>
            <a:pPr lvl="1"/>
            <a:r>
              <a:rPr lang="lv-LV"/>
              <a:t>Otrais līmenis</a:t>
            </a:r>
          </a:p>
          <a:p>
            <a:pPr lvl="2"/>
            <a:r>
              <a:rPr lang="lv-LV"/>
              <a:t>Trešais līmenis</a:t>
            </a:r>
          </a:p>
          <a:p>
            <a:pPr lvl="3"/>
            <a:r>
              <a:rPr lang="lv-LV"/>
              <a:t>Ceturtais līmenis</a:t>
            </a:r>
          </a:p>
          <a:p>
            <a:pPr lvl="4"/>
            <a:r>
              <a:rPr lang="lv-LV"/>
              <a:t>Piektais līmenis</a:t>
            </a:r>
            <a:endParaRPr lang="en-US"/>
          </a:p>
        </p:txBody>
      </p:sp>
      <p:sp>
        <p:nvSpPr>
          <p:cNvPr id="4" name="Datuma vietturis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Kājenes vietturis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aida numura vietturis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2874D3B-0145-4B40-BC41-2631D243D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431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āls virsraksts un tek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āls virsrakst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lv-LV"/>
              <a:t>Rediģēt šablona virsraksta stilu</a:t>
            </a:r>
            <a:endParaRPr lang="en-US"/>
          </a:p>
        </p:txBody>
      </p:sp>
      <p:sp>
        <p:nvSpPr>
          <p:cNvPr id="3" name="Vertikāls teksta vietturis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lv-LV"/>
              <a:t>Rediģēt šablona teksta stilus</a:t>
            </a:r>
          </a:p>
          <a:p>
            <a:pPr lvl="1"/>
            <a:r>
              <a:rPr lang="lv-LV"/>
              <a:t>Otrais līmenis</a:t>
            </a:r>
          </a:p>
          <a:p>
            <a:pPr lvl="2"/>
            <a:r>
              <a:rPr lang="lv-LV"/>
              <a:t>Trešais līmenis</a:t>
            </a:r>
          </a:p>
          <a:p>
            <a:pPr lvl="3"/>
            <a:r>
              <a:rPr lang="lv-LV"/>
              <a:t>Ceturtais līmenis</a:t>
            </a:r>
          </a:p>
          <a:p>
            <a:pPr lvl="4"/>
            <a:r>
              <a:rPr lang="lv-LV"/>
              <a:t>Piektais līmenis</a:t>
            </a:r>
            <a:endParaRPr lang="en-US"/>
          </a:p>
        </p:txBody>
      </p:sp>
      <p:sp>
        <p:nvSpPr>
          <p:cNvPr id="4" name="Datuma vietturis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Kājenes vietturis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aida numura vietturis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2874D3B-0145-4B40-BC41-2631D243D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595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a vietturis 1"/>
          <p:cNvSpPr>
            <a:spLocks noGrp="1"/>
          </p:cNvSpPr>
          <p:nvPr>
            <p:ph type="title"/>
          </p:nvPr>
        </p:nvSpPr>
        <p:spPr>
          <a:xfrm>
            <a:off x="315882" y="517138"/>
            <a:ext cx="11712633" cy="7948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lv-LV" dirty="0"/>
              <a:t>Rediģēt šablona virsraksta stilu</a:t>
            </a:r>
            <a:endParaRPr lang="en-US" dirty="0"/>
          </a:p>
        </p:txBody>
      </p:sp>
      <p:sp>
        <p:nvSpPr>
          <p:cNvPr id="3" name="Teksta vietturis 2"/>
          <p:cNvSpPr>
            <a:spLocks noGrp="1"/>
          </p:cNvSpPr>
          <p:nvPr>
            <p:ph type="body" idx="1"/>
          </p:nvPr>
        </p:nvSpPr>
        <p:spPr>
          <a:xfrm>
            <a:off x="315882" y="1709531"/>
            <a:ext cx="11712633" cy="1928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lv-LV" dirty="0"/>
              <a:t>Rediģēt šablona teksta stilus</a:t>
            </a:r>
          </a:p>
          <a:p>
            <a:pPr lvl="1"/>
            <a:r>
              <a:rPr lang="lv-LV" dirty="0"/>
              <a:t>Otrais līmenis</a:t>
            </a:r>
          </a:p>
          <a:p>
            <a:pPr lvl="2"/>
            <a:r>
              <a:rPr lang="lv-LV" dirty="0"/>
              <a:t>Trešais līmenis</a:t>
            </a:r>
          </a:p>
          <a:p>
            <a:pPr lvl="3"/>
            <a:r>
              <a:rPr lang="lv-LV" dirty="0"/>
              <a:t>Ceturtais līmenis</a:t>
            </a:r>
          </a:p>
          <a:p>
            <a:pPr lvl="4"/>
            <a:r>
              <a:rPr lang="lv-LV" dirty="0"/>
              <a:t>Piektais līmenis</a:t>
            </a:r>
            <a:endParaRPr lang="en-US" dirty="0"/>
          </a:p>
        </p:txBody>
      </p:sp>
      <p:pic>
        <p:nvPicPr>
          <p:cNvPr id="7" name="Picture 1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1873" y="6095209"/>
            <a:ext cx="2027763" cy="68525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CC4F950-DFF2-F042-952F-DAC967054040}"/>
              </a:ext>
            </a:extLst>
          </p:cNvPr>
          <p:cNvSpPr/>
          <p:nvPr userDrawn="1"/>
        </p:nvSpPr>
        <p:spPr>
          <a:xfrm>
            <a:off x="0" y="6341165"/>
            <a:ext cx="9312965" cy="19990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8235B9-3821-BA42-BA6A-FE61809AEEA0}"/>
              </a:ext>
            </a:extLst>
          </p:cNvPr>
          <p:cNvSpPr/>
          <p:nvPr userDrawn="1"/>
        </p:nvSpPr>
        <p:spPr>
          <a:xfrm>
            <a:off x="11638544" y="6341164"/>
            <a:ext cx="553456" cy="19990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449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cplusplus.com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/>
          <p:cNvSpPr>
            <a:spLocks noGrp="1"/>
          </p:cNvSpPr>
          <p:nvPr>
            <p:ph type="ctrTitle"/>
          </p:nvPr>
        </p:nvSpPr>
        <p:spPr>
          <a:xfrm>
            <a:off x="67112" y="3506756"/>
            <a:ext cx="12124888" cy="1228165"/>
          </a:xfrm>
        </p:spPr>
        <p:txBody>
          <a:bodyPr>
            <a:noAutofit/>
          </a:bodyPr>
          <a:lstStyle/>
          <a:p>
            <a:r>
              <a:rPr lang="lv-LV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Operatoru pārslogošana</a:t>
            </a:r>
            <a:endParaRPr lang="en-US" sz="5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Apakšvirsraksts 2"/>
          <p:cNvSpPr>
            <a:spLocks noGrp="1"/>
          </p:cNvSpPr>
          <p:nvPr>
            <p:ph type="subTitle" idx="1"/>
          </p:nvPr>
        </p:nvSpPr>
        <p:spPr>
          <a:xfrm>
            <a:off x="2321859" y="5414681"/>
            <a:ext cx="7377954" cy="1201271"/>
          </a:xfrm>
        </p:spPr>
        <p:txBody>
          <a:bodyPr>
            <a:normAutofit/>
          </a:bodyPr>
          <a:lstStyle/>
          <a:p>
            <a:r>
              <a:rPr lang="lv-LV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Uldis Straujums, 2026</a:t>
            </a:r>
            <a:endParaRPr lang="en-US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2600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/>
          <p:cNvSpPr>
            <a:spLocks noGrp="1"/>
          </p:cNvSpPr>
          <p:nvPr>
            <p:ph type="title" idx="4294967295"/>
          </p:nvPr>
        </p:nvSpPr>
        <p:spPr>
          <a:xfrm>
            <a:off x="418011" y="346047"/>
            <a:ext cx="11399520" cy="1099996"/>
          </a:xfrm>
        </p:spPr>
        <p:txBody>
          <a:bodyPr>
            <a:noAutofit/>
          </a:bodyPr>
          <a:lstStyle/>
          <a:p>
            <a:r>
              <a:rPr lang="lv-LV" dirty="0">
                <a:solidFill>
                  <a:srgbClr val="1B508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Kas ir operatoru pārslogošana – enciklopēdijas/vārdnīcas </a:t>
            </a:r>
            <a:endParaRPr lang="en-US" dirty="0">
              <a:solidFill>
                <a:srgbClr val="1B508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atura vietturis 2"/>
          <p:cNvSpPr>
            <a:spLocks noGrp="1"/>
          </p:cNvSpPr>
          <p:nvPr>
            <p:ph idx="4294967295"/>
          </p:nvPr>
        </p:nvSpPr>
        <p:spPr>
          <a:xfrm>
            <a:off x="418011" y="1682514"/>
            <a:ext cx="11548702" cy="4716027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lv-LV" altLang="lv-LV" b="1" dirty="0">
                <a:latin typeface="Arial" panose="020B0604020202020204" pitchFamily="34" charset="0"/>
                <a:cs typeface="Arial" panose="020B0604020202020204" pitchFamily="34" charset="0"/>
              </a:rPr>
              <a:t>Operator </a:t>
            </a:r>
            <a:r>
              <a:rPr lang="lv-LV" altLang="lv-LV" b="1" dirty="0" err="1">
                <a:latin typeface="Arial" panose="020B0604020202020204" pitchFamily="34" charset="0"/>
                <a:cs typeface="Arial" panose="020B0604020202020204" pitchFamily="34" charset="0"/>
              </a:rPr>
              <a:t>overloading</a:t>
            </a:r>
            <a:r>
              <a:rPr lang="lv-LV" altLang="lv-LV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lv-LV" altLang="lv-LV" dirty="0">
                <a:latin typeface="Arial" panose="020B0604020202020204" pitchFamily="34" charset="0"/>
                <a:cs typeface="Arial" panose="020B0604020202020204" pitchFamily="34" charset="0"/>
              </a:rPr>
              <a:t>– a </a:t>
            </a:r>
            <a:r>
              <a:rPr lang="lv-LV" altLang="lv-LV" dirty="0" err="1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  <a:r>
              <a:rPr lang="lv-LV" altLang="lv-LV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lv-LV" altLang="lv-LV" dirty="0" err="1">
                <a:latin typeface="Arial" panose="020B0604020202020204" pitchFamily="34" charset="0"/>
                <a:cs typeface="Arial" panose="020B0604020202020204" pitchFamily="34" charset="0"/>
              </a:rPr>
              <a:t>engineering</a:t>
            </a:r>
            <a:r>
              <a:rPr lang="lv-LV" altLang="lv-LV" dirty="0">
                <a:latin typeface="Arial" panose="020B0604020202020204" pitchFamily="34" charset="0"/>
                <a:cs typeface="Arial" panose="020B0604020202020204" pitchFamily="34" charset="0"/>
              </a:rPr>
              <a:t> process </a:t>
            </a:r>
            <a:r>
              <a:rPr lang="lv-LV" altLang="lv-LV" dirty="0" err="1">
                <a:latin typeface="Arial" panose="020B0604020202020204" pitchFamily="34" charset="0"/>
                <a:cs typeface="Arial" panose="020B0604020202020204" pitchFamily="34" charset="0"/>
              </a:rPr>
              <a:t>whereby</a:t>
            </a:r>
            <a:r>
              <a:rPr lang="lv-LV" altLang="lv-LV" dirty="0">
                <a:latin typeface="Arial" panose="020B0604020202020204" pitchFamily="34" charset="0"/>
                <a:cs typeface="Arial" panose="020B0604020202020204" pitchFamily="34" charset="0"/>
              </a:rPr>
              <a:t> operators (</a:t>
            </a:r>
            <a:r>
              <a:rPr lang="lv-LV" altLang="lv-LV" dirty="0" err="1">
                <a:latin typeface="Arial" panose="020B0604020202020204" pitchFamily="34" charset="0"/>
                <a:cs typeface="Arial" panose="020B0604020202020204" pitchFamily="34" charset="0"/>
              </a:rPr>
              <a:t>e.g</a:t>
            </a:r>
            <a:r>
              <a:rPr lang="lv-LV" altLang="lv-LV" dirty="0">
                <a:latin typeface="Arial" panose="020B0604020202020204" pitchFamily="34" charset="0"/>
                <a:cs typeface="Arial" panose="020B0604020202020204" pitchFamily="34" charset="0"/>
              </a:rPr>
              <a:t>. + </a:t>
            </a:r>
            <a:r>
              <a:rPr lang="lv-LV" altLang="lv-LV" dirty="0" err="1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lv-LV" altLang="lv-LV" dirty="0">
                <a:latin typeface="Arial" panose="020B0604020202020204" pitchFamily="34" charset="0"/>
                <a:cs typeface="Arial" panose="020B0604020202020204" pitchFamily="34" charset="0"/>
              </a:rPr>
              <a:t> -) </a:t>
            </a:r>
            <a:r>
              <a:rPr lang="lv-LV" altLang="lv-LV" dirty="0" err="1"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lang="lv-LV" altLang="lv-LV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lv-LV" altLang="lv-LV" dirty="0" err="1">
                <a:latin typeface="Arial" panose="020B0604020202020204" pitchFamily="34" charset="0"/>
                <a:cs typeface="Arial" panose="020B0604020202020204" pitchFamily="34" charset="0"/>
              </a:rPr>
              <a:t>treated</a:t>
            </a:r>
            <a:r>
              <a:rPr lang="lv-LV" altLang="lv-LV" dirty="0">
                <a:latin typeface="Arial" panose="020B0604020202020204" pitchFamily="34" charset="0"/>
                <a:cs typeface="Arial" panose="020B0604020202020204" pitchFamily="34" charset="0"/>
              </a:rPr>
              <a:t> as </a:t>
            </a:r>
            <a:r>
              <a:rPr lang="lv-LV" altLang="lv-LV" dirty="0" err="1">
                <a:latin typeface="Arial" panose="020B0604020202020204" pitchFamily="34" charset="0"/>
                <a:cs typeface="Arial" panose="020B0604020202020204" pitchFamily="34" charset="0"/>
              </a:rPr>
              <a:t>polymorphic</a:t>
            </a:r>
            <a:r>
              <a:rPr lang="lv-LV" altLang="lv-LV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lv-LV" altLang="lv-LV" dirty="0" err="1">
                <a:latin typeface="Arial" panose="020B0604020202020204" pitchFamily="34" charset="0"/>
                <a:cs typeface="Arial" panose="020B0604020202020204" pitchFamily="34" charset="0"/>
              </a:rPr>
              <a:t>functions</a:t>
            </a:r>
            <a:r>
              <a:rPr lang="lv-LV" altLang="lv-LV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lv-LV" altLang="lv-LV" dirty="0" err="1">
                <a:latin typeface="Arial" panose="020B0604020202020204" pitchFamily="34" charset="0"/>
                <a:cs typeface="Arial" panose="020B0604020202020204" pitchFamily="34" charset="0"/>
              </a:rPr>
              <a:t>having</a:t>
            </a:r>
            <a:r>
              <a:rPr lang="lv-LV" altLang="lv-LV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lv-LV" altLang="lv-LV" dirty="0" err="1">
                <a:latin typeface="Arial" panose="020B0604020202020204" pitchFamily="34" charset="0"/>
                <a:cs typeface="Arial" panose="020B0604020202020204" pitchFamily="34" charset="0"/>
              </a:rPr>
              <a:t>different</a:t>
            </a:r>
            <a:r>
              <a:rPr lang="lv-LV" altLang="lv-LV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lv-LV" altLang="lv-LV" dirty="0" err="1">
                <a:latin typeface="Arial" panose="020B0604020202020204" pitchFamily="34" charset="0"/>
                <a:cs typeface="Arial" panose="020B0604020202020204" pitchFamily="34" charset="0"/>
              </a:rPr>
              <a:t>behaviors</a:t>
            </a:r>
            <a:r>
              <a:rPr lang="lv-LV" altLang="lv-LV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lv-LV" altLang="lv-LV" dirty="0" err="1">
                <a:latin typeface="Arial" panose="020B0604020202020204" pitchFamily="34" charset="0"/>
                <a:cs typeface="Arial" panose="020B0604020202020204" pitchFamily="34" charset="0"/>
              </a:rPr>
              <a:t>depending</a:t>
            </a:r>
            <a:r>
              <a:rPr lang="lv-LV" altLang="lv-LV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lv-LV" altLang="lv-LV" dirty="0" err="1"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lang="lv-LV" altLang="lv-LV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lv-LV" altLang="lv-LV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lv-LV" altLang="lv-LV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lv-LV" altLang="lv-LV" dirty="0" err="1">
                <a:latin typeface="Arial" panose="020B0604020202020204" pitchFamily="34" charset="0"/>
                <a:cs typeface="Arial" panose="020B0604020202020204" pitchFamily="34" charset="0"/>
              </a:rPr>
              <a:t>types</a:t>
            </a:r>
            <a:r>
              <a:rPr lang="lv-LV" altLang="lv-LV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lv-LV" altLang="lv-LV" dirty="0" err="1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lv-LV" altLang="lv-LV" dirty="0">
                <a:latin typeface="Arial" panose="020B0604020202020204" pitchFamily="34" charset="0"/>
                <a:cs typeface="Arial" panose="020B0604020202020204" pitchFamily="34" charset="0"/>
              </a:rPr>
              <a:t> arguments </a:t>
            </a:r>
            <a:r>
              <a:rPr lang="lv-LV" altLang="lv-LV" dirty="0" err="1">
                <a:latin typeface="Arial" panose="020B0604020202020204" pitchFamily="34" charset="0"/>
                <a:cs typeface="Arial" panose="020B0604020202020204" pitchFamily="34" charset="0"/>
              </a:rPr>
              <a:t>used</a:t>
            </a:r>
            <a:r>
              <a:rPr lang="lv-LV" altLang="lv-LV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lv-LV" altLang="lv-LV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lv-LV" altLang="lv-LV" b="1" dirty="0">
                <a:solidFill>
                  <a:srgbClr val="1F1F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Operatoru pārslogošana </a:t>
            </a:r>
            <a:r>
              <a:rPr lang="lv-LV" altLang="lv-LV" dirty="0">
                <a:solidFill>
                  <a:srgbClr val="1F1F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 programmatūras inženierijas process, kurā operatori (piemēram, + vai -) tiek uzskatīti par </a:t>
            </a:r>
            <a:r>
              <a:rPr lang="lv-LV" altLang="lv-LV" dirty="0" err="1">
                <a:solidFill>
                  <a:srgbClr val="1F1F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polimorfām</a:t>
            </a:r>
            <a:r>
              <a:rPr lang="lv-LV" altLang="lv-LV" dirty="0">
                <a:solidFill>
                  <a:srgbClr val="1F1F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funkcijām, kurām ir atšķirīga uzvedība atkarībā no izmantoto argumentu veidiem</a:t>
            </a:r>
            <a:r>
              <a:rPr lang="lv-LV" altLang="lv-LV" sz="2400" dirty="0">
                <a:solidFill>
                  <a:srgbClr val="1F1F1F"/>
                </a:solidFill>
                <a:latin typeface="inherit"/>
              </a:rPr>
              <a:t>.</a:t>
            </a:r>
            <a:r>
              <a:rPr lang="lv-LV" altLang="lv-LV" sz="500" dirty="0"/>
              <a:t> </a:t>
            </a:r>
            <a:endParaRPr lang="lv-LV" altLang="lv-LV" sz="2000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lv-LV" sz="2400" dirty="0"/>
          </a:p>
          <a:p>
            <a:pPr marL="0" indent="0">
              <a:buNone/>
            </a:pPr>
            <a:r>
              <a:rPr lang="lv-LV" sz="2400" dirty="0" err="1"/>
              <a:t>wikipedia.org</a:t>
            </a:r>
            <a:endParaRPr lang="lv-LV" sz="2400" dirty="0"/>
          </a:p>
        </p:txBody>
      </p:sp>
      <p:sp>
        <p:nvSpPr>
          <p:cNvPr id="4" name="Slaida numura vietturis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74D3B-0145-4B40-BC41-2631D243DCC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1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/>
          <p:cNvSpPr>
            <a:spLocks noGrp="1"/>
          </p:cNvSpPr>
          <p:nvPr>
            <p:ph type="title" idx="4294967295"/>
          </p:nvPr>
        </p:nvSpPr>
        <p:spPr>
          <a:xfrm>
            <a:off x="380858" y="0"/>
            <a:ext cx="11516282" cy="1868556"/>
          </a:xfrm>
        </p:spPr>
        <p:txBody>
          <a:bodyPr>
            <a:noAutofit/>
          </a:bodyPr>
          <a:lstStyle/>
          <a:p>
            <a:r>
              <a:rPr lang="lv-LV" dirty="0">
                <a:solidFill>
                  <a:srgbClr val="1B508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Kas ir operatoru pārslogošana – </a:t>
            </a:r>
            <a:br>
              <a:rPr lang="lv-LV" dirty="0">
                <a:solidFill>
                  <a:srgbClr val="1B5089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lv-LV" dirty="0">
                <a:solidFill>
                  <a:srgbClr val="1B508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mācībspēku definīcijas</a:t>
            </a:r>
            <a:endParaRPr lang="en-US" dirty="0">
              <a:solidFill>
                <a:srgbClr val="1B508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atura vietturis 2"/>
          <p:cNvSpPr>
            <a:spLocks noGrp="1"/>
          </p:cNvSpPr>
          <p:nvPr>
            <p:ph idx="4294967295"/>
          </p:nvPr>
        </p:nvSpPr>
        <p:spPr>
          <a:xfrm>
            <a:off x="495308" y="1868556"/>
            <a:ext cx="11401832" cy="40834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lv-LV" sz="2400" dirty="0" err="1"/>
              <a:t>Zuters</a:t>
            </a:r>
            <a:r>
              <a:rPr lang="lv-LV" sz="2400" dirty="0"/>
              <a:t> J. 2007 </a:t>
            </a:r>
            <a:br>
              <a:rPr lang="lv-LV" sz="2400" dirty="0"/>
            </a:br>
            <a:r>
              <a:rPr lang="lv-LV" b="1" dirty="0"/>
              <a:t>Operatoru pārslogošana </a:t>
            </a:r>
            <a:r>
              <a:rPr lang="lv-LV" dirty="0"/>
              <a:t>ir iespēja tos, līdzīgi funkcijām, pārslogot, tādējādi pielāgojot darbam ar dažādiem tipiem</a:t>
            </a:r>
            <a:r>
              <a:rPr lang="lv-LV" sz="2400" dirty="0"/>
              <a:t>. </a:t>
            </a:r>
          </a:p>
          <a:p>
            <a:pPr marL="0" indent="0">
              <a:buNone/>
            </a:pPr>
            <a:r>
              <a:rPr lang="lv-LV" dirty="0"/>
              <a:t>Pārslogot var gandrīz jebkuru operatoru, izņemot šos:</a:t>
            </a:r>
          </a:p>
          <a:p>
            <a:pPr marL="0" indent="0" algn="ctr">
              <a:buNone/>
            </a:pPr>
            <a:r>
              <a:rPr lang="lv-LV" dirty="0"/>
              <a:t>.   .*   ::   ?:</a:t>
            </a:r>
          </a:p>
          <a:p>
            <a:pPr marL="0" indent="0">
              <a:buNone/>
            </a:pPr>
            <a:r>
              <a:rPr lang="lv-LV" sz="2400" dirty="0" err="1"/>
              <a:t>Stroustrup</a:t>
            </a:r>
            <a:r>
              <a:rPr lang="lv-LV" sz="2400" dirty="0"/>
              <a:t>, B. 2014 </a:t>
            </a:r>
            <a:br>
              <a:rPr lang="lv-LV" sz="2400" dirty="0"/>
            </a:br>
            <a:r>
              <a:rPr lang="lv-LV" b="1" dirty="0"/>
              <a:t>Operator </a:t>
            </a:r>
            <a:r>
              <a:rPr lang="lv-LV" b="1" dirty="0" err="1"/>
              <a:t>overloading</a:t>
            </a:r>
            <a:r>
              <a:rPr lang="lv-LV" b="1" dirty="0"/>
              <a:t> </a:t>
            </a:r>
            <a:r>
              <a:rPr lang="lv-LV" dirty="0"/>
              <a:t>– a</a:t>
            </a:r>
            <a:r>
              <a:rPr lang="en-US" dirty="0"/>
              <a:t> programmer can define the meaning of most operators to take</a:t>
            </a:r>
            <a:r>
              <a:rPr lang="lv-LV" dirty="0"/>
              <a:t> </a:t>
            </a:r>
            <a:r>
              <a:rPr lang="en-US" dirty="0"/>
              <a:t>operands of one or more user-defined types.</a:t>
            </a:r>
            <a:endParaRPr lang="lv-LV" dirty="0"/>
          </a:p>
          <a:p>
            <a:pPr marL="0" indent="0">
              <a:buNone/>
            </a:pPr>
            <a:r>
              <a:rPr lang="lv-LV" altLang="lv-LV" b="1" dirty="0"/>
              <a:t>Operatoru pārslogošana </a:t>
            </a:r>
            <a:r>
              <a:rPr lang="lv-LV" altLang="lv-LV" dirty="0"/>
              <a:t>— programmētājs var definēt gandrīz jebkura operatora izpildi, lai ņemtu vērā operandus ar lietotāja definētiem tipiem. </a:t>
            </a:r>
          </a:p>
          <a:p>
            <a:pPr marL="0" indent="0">
              <a:buNone/>
            </a:pPr>
            <a:endParaRPr lang="lv-LV" sz="2400" dirty="0"/>
          </a:p>
          <a:p>
            <a:pPr marL="0" indent="0">
              <a:buNone/>
            </a:pPr>
            <a:endParaRPr lang="lv-LV" sz="2400" dirty="0"/>
          </a:p>
        </p:txBody>
      </p:sp>
      <p:sp>
        <p:nvSpPr>
          <p:cNvPr id="4" name="Slaida numura vietturis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74D3B-0145-4B40-BC41-2631D243DCC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592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EA95C-AFFE-0FF1-D630-E4E59B5D1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22DFD5-71F9-F0BF-D9DA-36C9D5D53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74D3B-0145-4B40-BC41-2631D243DCC0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Virsraksts 1">
            <a:extLst>
              <a:ext uri="{FF2B5EF4-FFF2-40B4-BE49-F238E27FC236}">
                <a16:creationId xmlns:a16="http://schemas.microsoft.com/office/drawing/2014/main" id="{CE29ADC2-74DC-F187-3173-26B44E5F5C0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31538" y="186104"/>
            <a:ext cx="11399520" cy="1099996"/>
          </a:xfrm>
        </p:spPr>
        <p:txBody>
          <a:bodyPr>
            <a:noAutofit/>
          </a:bodyPr>
          <a:lstStyle/>
          <a:p>
            <a:r>
              <a:rPr lang="lv-LV" dirty="0" err="1">
                <a:solidFill>
                  <a:srgbClr val="1B508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</a:t>
            </a:r>
            <a:r>
              <a:rPr lang="lv-LV" dirty="0">
                <a:solidFill>
                  <a:srgbClr val="1B508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lv-LV" dirty="0" err="1">
                <a:solidFill>
                  <a:srgbClr val="1B508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lv-LV" dirty="0">
                <a:solidFill>
                  <a:srgbClr val="1B508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operator </a:t>
            </a:r>
            <a:r>
              <a:rPr lang="lv-LV" dirty="0" err="1">
                <a:solidFill>
                  <a:srgbClr val="1B508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overloading</a:t>
            </a:r>
            <a:r>
              <a:rPr lang="lv-LV" dirty="0">
                <a:solidFill>
                  <a:srgbClr val="1B508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lv-LV" dirty="0" err="1">
                <a:solidFill>
                  <a:srgbClr val="1B508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lv-LV" dirty="0">
                <a:solidFill>
                  <a:srgbClr val="1B508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C++ – </a:t>
            </a:r>
            <a:br>
              <a:rPr lang="lv-LV" dirty="0">
                <a:solidFill>
                  <a:srgbClr val="1B5089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lv-LV" dirty="0" err="1">
                <a:solidFill>
                  <a:srgbClr val="1B508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ChatGPT</a:t>
            </a:r>
            <a:r>
              <a:rPr lang="lv-LV" dirty="0">
                <a:solidFill>
                  <a:srgbClr val="1B508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solidFill>
                <a:srgbClr val="1B508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B62082A9-DCEA-C290-A66C-81818184980E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 bwMode="auto">
          <a:xfrm>
            <a:off x="365866" y="1357045"/>
            <a:ext cx="4163002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0" indent="0">
              <a:lnSpc>
                <a:spcPct val="100000"/>
              </a:lnSpc>
              <a:buNone/>
              <a:tabLst/>
            </a:pPr>
            <a:r>
              <a:rPr lang="lv-LV" altLang="lv-LV" sz="1800" b="1" dirty="0"/>
              <a:t>Operator </a:t>
            </a:r>
            <a:r>
              <a:rPr lang="lv-LV" altLang="lv-LV" sz="1800" b="1" dirty="0" err="1"/>
              <a:t>overloading</a:t>
            </a:r>
            <a:r>
              <a:rPr lang="lv-LV" altLang="lv-LV" sz="1800" b="1" dirty="0"/>
              <a:t> </a:t>
            </a:r>
            <a:r>
              <a:rPr lang="lv-LV" altLang="lv-LV" sz="1800" dirty="0" err="1"/>
              <a:t>in</a:t>
            </a:r>
            <a:r>
              <a:rPr lang="lv-LV" altLang="lv-LV" sz="1800" dirty="0"/>
              <a:t> C++ </a:t>
            </a:r>
            <a:r>
              <a:rPr lang="lv-LV" altLang="lv-LV" sz="1800" dirty="0" err="1"/>
              <a:t>is</a:t>
            </a:r>
            <a:r>
              <a:rPr lang="lv-LV" altLang="lv-LV" sz="1800" dirty="0"/>
              <a:t> a </a:t>
            </a:r>
            <a:r>
              <a:rPr lang="lv-LV" altLang="lv-LV" sz="1800" dirty="0" err="1"/>
              <a:t>feature</a:t>
            </a:r>
            <a:r>
              <a:rPr lang="lv-LV" altLang="lv-LV" sz="1800" dirty="0"/>
              <a:t> </a:t>
            </a:r>
            <a:r>
              <a:rPr lang="lv-LV" altLang="lv-LV" sz="1800" dirty="0" err="1"/>
              <a:t>that</a:t>
            </a:r>
            <a:r>
              <a:rPr lang="lv-LV" altLang="lv-LV" sz="1800" dirty="0"/>
              <a:t> </a:t>
            </a:r>
            <a:r>
              <a:rPr lang="lv-LV" altLang="lv-LV" sz="1800" dirty="0" err="1"/>
              <a:t>lets</a:t>
            </a:r>
            <a:r>
              <a:rPr lang="lv-LV" altLang="lv-LV" sz="1800" dirty="0"/>
              <a:t> </a:t>
            </a:r>
            <a:r>
              <a:rPr lang="lv-LV" altLang="lv-LV" sz="1800" dirty="0" err="1"/>
              <a:t>you</a:t>
            </a:r>
            <a:r>
              <a:rPr lang="lv-LV" altLang="lv-LV" sz="1800" dirty="0"/>
              <a:t> </a:t>
            </a:r>
            <a:r>
              <a:rPr lang="lv-LV" altLang="lv-LV" sz="1800" dirty="0" err="1"/>
              <a:t>redefine</a:t>
            </a:r>
            <a:r>
              <a:rPr lang="lv-LV" altLang="lv-LV" sz="1800" dirty="0"/>
              <a:t> </a:t>
            </a:r>
            <a:r>
              <a:rPr lang="lv-LV" altLang="lv-LV" sz="1800" dirty="0" err="1"/>
              <a:t>how</a:t>
            </a:r>
            <a:r>
              <a:rPr lang="lv-LV" altLang="lv-LV" sz="1800" dirty="0"/>
              <a:t> operators (</a:t>
            </a:r>
            <a:r>
              <a:rPr lang="lv-LV" altLang="lv-LV" sz="1800" dirty="0" err="1"/>
              <a:t>like</a:t>
            </a:r>
            <a:r>
              <a:rPr lang="lv-LV" altLang="lv-LV" sz="1800" dirty="0"/>
              <a:t> +, -, *, ==, </a:t>
            </a:r>
            <a:r>
              <a:rPr lang="lv-LV" altLang="lv-LV" sz="1800" dirty="0" err="1"/>
              <a:t>etc</a:t>
            </a:r>
            <a:r>
              <a:rPr lang="lv-LV" altLang="lv-LV" sz="1800" dirty="0"/>
              <a:t>.) </a:t>
            </a:r>
            <a:r>
              <a:rPr lang="lv-LV" altLang="lv-LV" sz="1800" dirty="0" err="1"/>
              <a:t>work</a:t>
            </a:r>
            <a:r>
              <a:rPr lang="lv-LV" altLang="lv-LV" sz="1800" dirty="0"/>
              <a:t> </a:t>
            </a:r>
            <a:r>
              <a:rPr lang="lv-LV" altLang="lv-LV" sz="1800" dirty="0" err="1"/>
              <a:t>for</a:t>
            </a:r>
            <a:r>
              <a:rPr lang="lv-LV" altLang="lv-LV" sz="1800" dirty="0"/>
              <a:t> user-</a:t>
            </a:r>
            <a:r>
              <a:rPr lang="lv-LV" altLang="lv-LV" sz="1800" dirty="0" err="1"/>
              <a:t>defined</a:t>
            </a:r>
            <a:r>
              <a:rPr lang="lv-LV" altLang="lv-LV" sz="1800" dirty="0"/>
              <a:t> </a:t>
            </a:r>
            <a:r>
              <a:rPr lang="lv-LV" altLang="lv-LV" sz="1800" dirty="0" err="1"/>
              <a:t>types</a:t>
            </a:r>
            <a:r>
              <a:rPr lang="lv-LV" altLang="lv-LV" sz="1800" dirty="0"/>
              <a:t> </a:t>
            </a:r>
            <a:r>
              <a:rPr lang="lv-LV" altLang="lv-LV" sz="1800" dirty="0" err="1"/>
              <a:t>such</a:t>
            </a:r>
            <a:r>
              <a:rPr lang="lv-LV" altLang="lv-LV" sz="1800" dirty="0"/>
              <a:t> as </a:t>
            </a:r>
            <a:r>
              <a:rPr lang="lv-LV" altLang="lv-LV" sz="1800" dirty="0" err="1"/>
              <a:t>classes</a:t>
            </a:r>
            <a:r>
              <a:rPr lang="lv-LV" altLang="lv-LV" sz="1800" dirty="0"/>
              <a:t> </a:t>
            </a:r>
            <a:r>
              <a:rPr lang="lv-LV" altLang="lv-LV" sz="1800" dirty="0" err="1"/>
              <a:t>or</a:t>
            </a:r>
            <a:r>
              <a:rPr lang="lv-LV" altLang="lv-LV" sz="1800" dirty="0"/>
              <a:t> </a:t>
            </a:r>
            <a:r>
              <a:rPr lang="lv-LV" altLang="lv-LV" sz="1800" dirty="0" err="1"/>
              <a:t>structs</a:t>
            </a:r>
            <a:r>
              <a:rPr lang="lv-LV" altLang="lv-LV" sz="1800" dirty="0"/>
              <a:t>.</a:t>
            </a:r>
          </a:p>
          <a:p>
            <a:pPr marL="0" lvl="0" indent="0">
              <a:lnSpc>
                <a:spcPct val="100000"/>
              </a:lnSpc>
              <a:buNone/>
              <a:tabLst/>
            </a:pPr>
            <a:r>
              <a:rPr lang="lv-LV" altLang="lv-LV" sz="1800" dirty="0" err="1"/>
              <a:t>Instead</a:t>
            </a:r>
            <a:r>
              <a:rPr lang="lv-LV" altLang="lv-LV" sz="1800" dirty="0"/>
              <a:t> </a:t>
            </a:r>
            <a:r>
              <a:rPr lang="lv-LV" altLang="lv-LV" sz="1800" dirty="0" err="1"/>
              <a:t>of</a:t>
            </a:r>
            <a:r>
              <a:rPr lang="lv-LV" altLang="lv-LV" sz="1800" dirty="0"/>
              <a:t> </a:t>
            </a:r>
            <a:r>
              <a:rPr lang="lv-LV" altLang="lv-LV" sz="1800" dirty="0" err="1"/>
              <a:t>being</a:t>
            </a:r>
            <a:r>
              <a:rPr lang="lv-LV" altLang="lv-LV" sz="1800" dirty="0"/>
              <a:t> </a:t>
            </a:r>
            <a:r>
              <a:rPr lang="lv-LV" altLang="lv-LV" sz="1800" dirty="0" err="1"/>
              <a:t>limited</a:t>
            </a:r>
            <a:r>
              <a:rPr lang="lv-LV" altLang="lv-LV" sz="1800" dirty="0"/>
              <a:t> to </a:t>
            </a:r>
            <a:r>
              <a:rPr lang="lv-LV" altLang="lv-LV" sz="1800" dirty="0" err="1"/>
              <a:t>built-in</a:t>
            </a:r>
            <a:r>
              <a:rPr lang="lv-LV" altLang="lv-LV" sz="1800" dirty="0"/>
              <a:t> </a:t>
            </a:r>
            <a:r>
              <a:rPr lang="lv-LV" altLang="lv-LV" sz="1800" dirty="0" err="1"/>
              <a:t>behavior</a:t>
            </a:r>
            <a:r>
              <a:rPr lang="lv-LV" altLang="lv-LV" sz="1800" dirty="0"/>
              <a:t> (</a:t>
            </a:r>
            <a:r>
              <a:rPr lang="lv-LV" altLang="lv-LV" sz="1800" dirty="0" err="1"/>
              <a:t>like</a:t>
            </a:r>
            <a:r>
              <a:rPr lang="lv-LV" altLang="lv-LV" sz="1800" dirty="0"/>
              <a:t> </a:t>
            </a:r>
            <a:r>
              <a:rPr lang="lv-LV" altLang="lv-LV" sz="1800" dirty="0" err="1"/>
              <a:t>adding</a:t>
            </a:r>
            <a:r>
              <a:rPr lang="lv-LV" altLang="lv-LV" sz="1800" dirty="0"/>
              <a:t> </a:t>
            </a:r>
            <a:r>
              <a:rPr lang="lv-LV" altLang="lv-LV" sz="1800" dirty="0" err="1"/>
              <a:t>integers</a:t>
            </a:r>
            <a:r>
              <a:rPr lang="lv-LV" altLang="lv-LV" sz="1800" dirty="0"/>
              <a:t>), </a:t>
            </a:r>
            <a:r>
              <a:rPr lang="lv-LV" altLang="lv-LV" sz="1800" dirty="0" err="1"/>
              <a:t>you</a:t>
            </a:r>
            <a:r>
              <a:rPr lang="lv-LV" altLang="lv-LV" sz="1800" dirty="0"/>
              <a:t> </a:t>
            </a:r>
            <a:r>
              <a:rPr lang="lv-LV" altLang="lv-LV" sz="1800" dirty="0" err="1"/>
              <a:t>can</a:t>
            </a:r>
            <a:r>
              <a:rPr lang="lv-LV" altLang="lv-LV" sz="1800" dirty="0"/>
              <a:t> </a:t>
            </a:r>
            <a:r>
              <a:rPr lang="lv-LV" altLang="lv-LV" sz="1800" dirty="0" err="1"/>
              <a:t>make</a:t>
            </a:r>
            <a:r>
              <a:rPr lang="lv-LV" altLang="lv-LV" sz="1800" dirty="0"/>
              <a:t> operators </a:t>
            </a:r>
            <a:r>
              <a:rPr lang="lv-LV" altLang="lv-LV" sz="1800" dirty="0" err="1"/>
              <a:t>perform</a:t>
            </a:r>
            <a:r>
              <a:rPr lang="lv-LV" altLang="lv-LV" sz="1800" dirty="0"/>
              <a:t> </a:t>
            </a:r>
            <a:r>
              <a:rPr lang="lv-LV" altLang="lv-LV" sz="1800" dirty="0" err="1"/>
              <a:t>meaningful</a:t>
            </a:r>
            <a:r>
              <a:rPr lang="lv-LV" altLang="lv-LV" sz="1800" dirty="0"/>
              <a:t> </a:t>
            </a:r>
            <a:r>
              <a:rPr lang="lv-LV" altLang="lv-LV" sz="1800" dirty="0" err="1"/>
              <a:t>operations</a:t>
            </a:r>
            <a:r>
              <a:rPr lang="lv-LV" altLang="lv-LV" sz="1800" dirty="0"/>
              <a:t> </a:t>
            </a:r>
            <a:r>
              <a:rPr lang="lv-LV" altLang="lv-LV" sz="1800" dirty="0" err="1"/>
              <a:t>on</a:t>
            </a:r>
            <a:r>
              <a:rPr lang="lv-LV" altLang="lv-LV" sz="1800" dirty="0"/>
              <a:t> </a:t>
            </a:r>
            <a:r>
              <a:rPr lang="lv-LV" altLang="lv-LV" sz="1800" dirty="0" err="1"/>
              <a:t>your</a:t>
            </a:r>
            <a:r>
              <a:rPr lang="lv-LV" altLang="lv-LV" sz="1800" dirty="0"/>
              <a:t> </a:t>
            </a:r>
            <a:r>
              <a:rPr lang="lv-LV" altLang="lv-LV" sz="1800" dirty="0" err="1"/>
              <a:t>own</a:t>
            </a:r>
            <a:r>
              <a:rPr lang="lv-LV" altLang="lv-LV" sz="1800" dirty="0"/>
              <a:t> </a:t>
            </a:r>
            <a:r>
              <a:rPr lang="lv-LV" altLang="lv-LV" sz="1800" dirty="0" err="1"/>
              <a:t>objects</a:t>
            </a:r>
            <a:r>
              <a:rPr lang="lv-LV" altLang="lv-LV" sz="1800" dirty="0"/>
              <a:t>.</a:t>
            </a:r>
          </a:p>
          <a:p>
            <a:pPr marL="0" lvl="0" indent="0">
              <a:lnSpc>
                <a:spcPct val="100000"/>
              </a:lnSpc>
              <a:buNone/>
              <a:tabLst/>
            </a:pPr>
            <a:r>
              <a:rPr lang="lv-LV" altLang="lv-LV" sz="1800" dirty="0" err="1"/>
              <a:t>Simple</a:t>
            </a:r>
            <a:r>
              <a:rPr lang="lv-LV" altLang="lv-LV" sz="1800" dirty="0"/>
              <a:t> </a:t>
            </a:r>
            <a:r>
              <a:rPr lang="lv-LV" altLang="lv-LV" sz="1800" dirty="0" err="1"/>
              <a:t>idea</a:t>
            </a:r>
            <a:endParaRPr lang="lv-LV" altLang="lv-LV" sz="1800" dirty="0"/>
          </a:p>
          <a:p>
            <a:pPr marL="0" lvl="0" indent="0">
              <a:lnSpc>
                <a:spcPct val="100000"/>
              </a:lnSpc>
              <a:buNone/>
              <a:tabLst/>
            </a:pPr>
            <a:r>
              <a:rPr lang="lv-LV" altLang="lv-LV" sz="1800" dirty="0" err="1"/>
              <a:t>You</a:t>
            </a:r>
            <a:r>
              <a:rPr lang="lv-LV" altLang="lv-LV" sz="1800" dirty="0"/>
              <a:t> </a:t>
            </a:r>
            <a:r>
              <a:rPr lang="lv-LV" altLang="lv-LV" sz="1800" dirty="0" err="1"/>
              <a:t>give</a:t>
            </a:r>
            <a:r>
              <a:rPr lang="lv-LV" altLang="lv-LV" sz="1800" dirty="0"/>
              <a:t> </a:t>
            </a:r>
            <a:r>
              <a:rPr lang="lv-LV" altLang="lv-LV" sz="1800" dirty="0" err="1"/>
              <a:t>special</a:t>
            </a:r>
            <a:r>
              <a:rPr lang="lv-LV" altLang="lv-LV" sz="1800" dirty="0"/>
              <a:t> </a:t>
            </a:r>
            <a:r>
              <a:rPr lang="lv-LV" altLang="lv-LV" sz="1800" dirty="0" err="1"/>
              <a:t>meaning</a:t>
            </a:r>
            <a:r>
              <a:rPr lang="lv-LV" altLang="lv-LV" sz="1800" dirty="0"/>
              <a:t> to </a:t>
            </a:r>
            <a:r>
              <a:rPr lang="lv-LV" altLang="lv-LV" sz="1800" dirty="0" err="1"/>
              <a:t>an</a:t>
            </a:r>
            <a:r>
              <a:rPr lang="lv-LV" altLang="lv-LV" sz="1800" dirty="0"/>
              <a:t> operator </a:t>
            </a:r>
            <a:r>
              <a:rPr lang="lv-LV" altLang="lv-LV" sz="1800" dirty="0" err="1"/>
              <a:t>when</a:t>
            </a:r>
            <a:r>
              <a:rPr lang="lv-LV" altLang="lv-LV" sz="1800" dirty="0"/>
              <a:t> </a:t>
            </a:r>
            <a:r>
              <a:rPr lang="lv-LV" altLang="lv-LV" sz="1800" dirty="0" err="1"/>
              <a:t>it’s</a:t>
            </a:r>
            <a:r>
              <a:rPr lang="lv-LV" altLang="lv-LV" sz="1800" dirty="0"/>
              <a:t> </a:t>
            </a:r>
            <a:r>
              <a:rPr lang="lv-LV" altLang="lv-LV" sz="1800" dirty="0" err="1"/>
              <a:t>used</a:t>
            </a:r>
            <a:r>
              <a:rPr lang="lv-LV" altLang="lv-LV" sz="1800" dirty="0"/>
              <a:t> </a:t>
            </a:r>
            <a:r>
              <a:rPr lang="lv-LV" altLang="lv-LV" sz="1800" dirty="0" err="1"/>
              <a:t>with</a:t>
            </a:r>
            <a:r>
              <a:rPr lang="lv-LV" altLang="lv-LV" sz="1800" dirty="0"/>
              <a:t> </a:t>
            </a:r>
            <a:r>
              <a:rPr lang="lv-LV" altLang="lv-LV" sz="1800" dirty="0" err="1"/>
              <a:t>objects</a:t>
            </a:r>
            <a:r>
              <a:rPr lang="lv-LV" altLang="lv-LV" sz="1800" dirty="0"/>
              <a:t>.</a:t>
            </a:r>
          </a:p>
          <a:p>
            <a:pPr marL="0" lvl="0" indent="0">
              <a:lnSpc>
                <a:spcPct val="100000"/>
              </a:lnSpc>
              <a:buNone/>
              <a:tabLst/>
            </a:pPr>
            <a:endParaRPr lang="lv-LV" altLang="lv-LV" sz="1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270F60-F01A-F352-5A5A-AE5DC7B8A99B}"/>
              </a:ext>
            </a:extLst>
          </p:cNvPr>
          <p:cNvSpPr txBox="1"/>
          <p:nvPr/>
        </p:nvSpPr>
        <p:spPr>
          <a:xfrm>
            <a:off x="1694985" y="5610629"/>
            <a:ext cx="22061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/>
              <a:t>ChatGPT-5.5</a:t>
            </a:r>
            <a:r>
              <a:rPr lang="lv-LV" dirty="0"/>
              <a:t> 04.2026.</a:t>
            </a:r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564036" y="810883"/>
            <a:ext cx="590909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dirty="0"/>
              <a:t>#</a:t>
            </a:r>
            <a:r>
              <a:rPr lang="lv-LV" dirty="0" err="1"/>
              <a:t>include</a:t>
            </a:r>
            <a:r>
              <a:rPr lang="lv-LV" dirty="0"/>
              <a:t> &lt;</a:t>
            </a:r>
            <a:r>
              <a:rPr lang="lv-LV" dirty="0" err="1"/>
              <a:t>iostream</a:t>
            </a:r>
            <a:r>
              <a:rPr lang="lv-LV" dirty="0"/>
              <a:t>&gt;</a:t>
            </a:r>
            <a:br>
              <a:rPr lang="lv-LV" dirty="0"/>
            </a:br>
            <a:r>
              <a:rPr lang="lv-LV" dirty="0" err="1"/>
              <a:t>using</a:t>
            </a:r>
            <a:r>
              <a:rPr lang="lv-LV" dirty="0"/>
              <a:t> </a:t>
            </a:r>
            <a:r>
              <a:rPr lang="lv-LV" dirty="0" err="1"/>
              <a:t>namespace</a:t>
            </a:r>
            <a:r>
              <a:rPr lang="lv-LV" dirty="0"/>
              <a:t> </a:t>
            </a:r>
            <a:r>
              <a:rPr lang="lv-LV" dirty="0" err="1"/>
              <a:t>std</a:t>
            </a:r>
            <a:r>
              <a:rPr lang="lv-LV" dirty="0"/>
              <a:t>;</a:t>
            </a:r>
            <a:br>
              <a:rPr lang="lv-LV" dirty="0"/>
            </a:br>
            <a:r>
              <a:rPr lang="lv-LV" dirty="0" err="1"/>
              <a:t>class</a:t>
            </a:r>
            <a:r>
              <a:rPr lang="lv-LV" dirty="0"/>
              <a:t> </a:t>
            </a:r>
            <a:r>
              <a:rPr lang="lv-LV" dirty="0" err="1"/>
              <a:t>Complex</a:t>
            </a:r>
            <a:r>
              <a:rPr lang="lv-LV" dirty="0"/>
              <a:t> {</a:t>
            </a:r>
            <a:br>
              <a:rPr lang="lv-LV" dirty="0"/>
            </a:br>
            <a:r>
              <a:rPr lang="lv-LV" dirty="0" err="1"/>
              <a:t>public</a:t>
            </a:r>
            <a:r>
              <a:rPr lang="lv-LV" dirty="0"/>
              <a:t>:</a:t>
            </a:r>
            <a:br>
              <a:rPr lang="lv-LV" dirty="0"/>
            </a:br>
            <a:r>
              <a:rPr lang="lv-LV" dirty="0" err="1"/>
              <a:t>int</a:t>
            </a:r>
            <a:r>
              <a:rPr lang="lv-LV" dirty="0"/>
              <a:t> </a:t>
            </a:r>
            <a:r>
              <a:rPr lang="lv-LV" dirty="0" err="1"/>
              <a:t>real</a:t>
            </a:r>
            <a:r>
              <a:rPr lang="lv-LV" dirty="0"/>
              <a:t>, </a:t>
            </a:r>
            <a:r>
              <a:rPr lang="lv-LV" dirty="0" err="1"/>
              <a:t>imag</a:t>
            </a:r>
            <a:r>
              <a:rPr lang="lv-LV" dirty="0"/>
              <a:t>;</a:t>
            </a:r>
            <a:br>
              <a:rPr lang="lv-LV" dirty="0"/>
            </a:br>
            <a:r>
              <a:rPr lang="lv-LV" dirty="0" err="1"/>
              <a:t>Complex(int</a:t>
            </a:r>
            <a:r>
              <a:rPr lang="lv-LV" dirty="0"/>
              <a:t> r, </a:t>
            </a:r>
            <a:r>
              <a:rPr lang="lv-LV" dirty="0" err="1"/>
              <a:t>int</a:t>
            </a:r>
            <a:r>
              <a:rPr lang="lv-LV" dirty="0"/>
              <a:t> i) {</a:t>
            </a:r>
            <a:br>
              <a:rPr lang="lv-LV" dirty="0"/>
            </a:br>
            <a:r>
              <a:rPr lang="lv-LV" dirty="0" err="1"/>
              <a:t>real</a:t>
            </a:r>
            <a:r>
              <a:rPr lang="lv-LV" dirty="0"/>
              <a:t> = r;</a:t>
            </a:r>
            <a:br>
              <a:rPr lang="lv-LV" dirty="0"/>
            </a:br>
            <a:r>
              <a:rPr lang="lv-LV" dirty="0" err="1"/>
              <a:t>imag</a:t>
            </a:r>
            <a:r>
              <a:rPr lang="lv-LV" dirty="0"/>
              <a:t> = i;</a:t>
            </a:r>
            <a:br>
              <a:rPr lang="lv-LV" dirty="0"/>
            </a:br>
            <a:r>
              <a:rPr lang="lv-LV" dirty="0"/>
              <a:t>}</a:t>
            </a:r>
            <a:br>
              <a:rPr lang="lv-LV" dirty="0"/>
            </a:br>
            <a:r>
              <a:rPr lang="lv-LV" dirty="0"/>
              <a:t>// </a:t>
            </a:r>
            <a:r>
              <a:rPr lang="lv-LV" dirty="0" err="1"/>
              <a:t>Overload</a:t>
            </a:r>
            <a:r>
              <a:rPr lang="lv-LV" dirty="0"/>
              <a:t> + operator</a:t>
            </a:r>
            <a:br>
              <a:rPr lang="lv-LV" dirty="0"/>
            </a:br>
            <a:r>
              <a:rPr lang="lv-LV" dirty="0" err="1"/>
              <a:t>Complex</a:t>
            </a:r>
            <a:r>
              <a:rPr lang="lv-LV" dirty="0"/>
              <a:t> operator + (</a:t>
            </a:r>
            <a:r>
              <a:rPr lang="lv-LV" dirty="0" err="1"/>
              <a:t>Complex</a:t>
            </a:r>
            <a:r>
              <a:rPr lang="lv-LV" dirty="0"/>
              <a:t> </a:t>
            </a:r>
            <a:r>
              <a:rPr lang="lv-LV" dirty="0" err="1"/>
              <a:t>const</a:t>
            </a:r>
            <a:r>
              <a:rPr lang="lv-LV" dirty="0"/>
              <a:t> &amp;</a:t>
            </a:r>
            <a:r>
              <a:rPr lang="lv-LV" dirty="0" err="1"/>
              <a:t>obj</a:t>
            </a:r>
            <a:r>
              <a:rPr lang="lv-LV" dirty="0"/>
              <a:t>) {</a:t>
            </a:r>
            <a:br>
              <a:rPr lang="lv-LV" dirty="0"/>
            </a:br>
            <a:r>
              <a:rPr lang="lv-LV" dirty="0" err="1"/>
              <a:t>return</a:t>
            </a:r>
            <a:r>
              <a:rPr lang="lv-LV" dirty="0"/>
              <a:t> </a:t>
            </a:r>
            <a:r>
              <a:rPr lang="lv-LV" dirty="0" err="1"/>
              <a:t>Complex(real</a:t>
            </a:r>
            <a:r>
              <a:rPr lang="lv-LV" dirty="0"/>
              <a:t> + </a:t>
            </a:r>
            <a:r>
              <a:rPr lang="lv-LV" dirty="0" err="1"/>
              <a:t>obj.real</a:t>
            </a:r>
            <a:r>
              <a:rPr lang="lv-LV" dirty="0"/>
              <a:t>, </a:t>
            </a:r>
            <a:r>
              <a:rPr lang="lv-LV" dirty="0" err="1"/>
              <a:t>imag</a:t>
            </a:r>
            <a:r>
              <a:rPr lang="lv-LV" dirty="0"/>
              <a:t> + </a:t>
            </a:r>
            <a:r>
              <a:rPr lang="lv-LV" dirty="0" err="1"/>
              <a:t>obj.imag</a:t>
            </a:r>
            <a:r>
              <a:rPr lang="lv-LV" dirty="0"/>
              <a:t>);</a:t>
            </a:r>
            <a:br>
              <a:rPr lang="lv-LV" dirty="0"/>
            </a:br>
            <a:r>
              <a:rPr lang="lv-LV" dirty="0"/>
              <a:t>}</a:t>
            </a:r>
            <a:br>
              <a:rPr lang="lv-LV" dirty="0"/>
            </a:br>
            <a:r>
              <a:rPr lang="lv-LV" dirty="0"/>
              <a:t>};</a:t>
            </a:r>
            <a:br>
              <a:rPr lang="lv-LV" dirty="0"/>
            </a:br>
            <a:r>
              <a:rPr lang="lv-LV" dirty="0" err="1"/>
              <a:t>int</a:t>
            </a:r>
            <a:r>
              <a:rPr lang="lv-LV" dirty="0"/>
              <a:t> </a:t>
            </a:r>
            <a:r>
              <a:rPr lang="lv-LV" dirty="0" err="1"/>
              <a:t>main</a:t>
            </a:r>
            <a:r>
              <a:rPr lang="lv-LV" dirty="0"/>
              <a:t>() {</a:t>
            </a:r>
            <a:br>
              <a:rPr lang="lv-LV" dirty="0"/>
            </a:br>
            <a:r>
              <a:rPr lang="lv-LV" dirty="0" err="1"/>
              <a:t>Complex</a:t>
            </a:r>
            <a:r>
              <a:rPr lang="lv-LV" dirty="0"/>
              <a:t> c1(2, 3), c2(4, 5);</a:t>
            </a:r>
            <a:br>
              <a:rPr lang="lv-LV" dirty="0"/>
            </a:br>
            <a:r>
              <a:rPr lang="lv-LV" dirty="0" err="1"/>
              <a:t>Complex</a:t>
            </a:r>
            <a:r>
              <a:rPr lang="lv-LV" dirty="0"/>
              <a:t> c3 = c1 + c2; // </a:t>
            </a:r>
            <a:r>
              <a:rPr lang="lv-LV" dirty="0" err="1"/>
              <a:t>calls</a:t>
            </a:r>
            <a:r>
              <a:rPr lang="lv-LV" dirty="0"/>
              <a:t> </a:t>
            </a:r>
            <a:r>
              <a:rPr lang="lv-LV" dirty="0" err="1"/>
              <a:t>overloaded</a:t>
            </a:r>
            <a:r>
              <a:rPr lang="lv-LV" dirty="0"/>
              <a:t> + operator</a:t>
            </a:r>
            <a:br>
              <a:rPr lang="lv-LV" dirty="0"/>
            </a:br>
            <a:r>
              <a:rPr lang="lv-LV" dirty="0" err="1"/>
              <a:t>cout</a:t>
            </a:r>
            <a:r>
              <a:rPr lang="lv-LV" dirty="0"/>
              <a:t> &lt;&lt; c3.real &lt;&lt; " + " &lt;&lt; c3.imag &lt;&lt; "i";</a:t>
            </a:r>
            <a:br>
              <a:rPr lang="lv-LV" dirty="0"/>
            </a:br>
            <a:r>
              <a:rPr lang="lv-LV" dirty="0" err="1"/>
              <a:t>return</a:t>
            </a:r>
            <a:r>
              <a:rPr lang="lv-LV" dirty="0"/>
              <a:t> 0;</a:t>
            </a:r>
            <a:br>
              <a:rPr lang="lv-LV" dirty="0"/>
            </a:br>
            <a:r>
              <a:rPr lang="lv-LV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35080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17201-1FC4-CB77-CFD4-6F453FBDE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9829E-B747-6639-D935-E0A3392B2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74D3B-0145-4B40-BC41-2631D243DCC0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Virsraksts 1">
            <a:extLst>
              <a:ext uri="{FF2B5EF4-FFF2-40B4-BE49-F238E27FC236}">
                <a16:creationId xmlns:a16="http://schemas.microsoft.com/office/drawing/2014/main" id="{8A9853CD-89AD-6627-704E-B82BE15DA78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31538" y="186104"/>
            <a:ext cx="11399520" cy="1099996"/>
          </a:xfrm>
        </p:spPr>
        <p:txBody>
          <a:bodyPr>
            <a:noAutofit/>
          </a:bodyPr>
          <a:lstStyle/>
          <a:p>
            <a:r>
              <a:rPr lang="lv-LV" dirty="0">
                <a:solidFill>
                  <a:srgbClr val="1B508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Kā jāpieraksta operatoru pārslogošana?</a:t>
            </a:r>
            <a:endParaRPr lang="en-US" dirty="0">
              <a:solidFill>
                <a:srgbClr val="1B508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8DCDEF4B-BBFD-F15D-6F69-BF81535D2786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 bwMode="auto">
          <a:xfrm>
            <a:off x="231546" y="1675025"/>
            <a:ext cx="10818892" cy="1643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buNone/>
            </a:pPr>
            <a:r>
              <a:rPr lang="lv-LV" dirty="0"/>
              <a:t>Sintaktiski iespēju pārslogot nodrošina </a:t>
            </a:r>
            <a:r>
              <a:rPr lang="lv-LV" b="1" dirty="0"/>
              <a:t>operatoru funkcionālais pieraksts</a:t>
            </a:r>
            <a:r>
              <a:rPr lang="lv-LV" dirty="0"/>
              <a:t>, kurā operators tiek izsaukts vai definēts kā parasta funkcija un līdz ar to arī ir pārslogojams kā parasta funkcija (ar nelielām specifiskām niansēm).</a:t>
            </a:r>
            <a:endParaRPr lang="en-US" sz="1800" dirty="0"/>
          </a:p>
        </p:txBody>
      </p:sp>
      <p:sp>
        <p:nvSpPr>
          <p:cNvPr id="3" name="Rectangle 2"/>
          <p:cNvSpPr/>
          <p:nvPr/>
        </p:nvSpPr>
        <p:spPr>
          <a:xfrm>
            <a:off x="3022121" y="3575607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lv-LV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Piemēram, rindiņa</a:t>
            </a:r>
          </a:p>
          <a:p>
            <a:r>
              <a:rPr lang="lv-LV" sz="24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 = a + b;</a:t>
            </a:r>
          </a:p>
          <a:p>
            <a:r>
              <a:rPr lang="lv-LV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funkcionālajā pierakstā izskatās šādi:</a:t>
            </a:r>
          </a:p>
          <a:p>
            <a:r>
              <a:rPr lang="lv-LV" sz="24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 = operator+ (a, b);</a:t>
            </a:r>
            <a:endParaRPr lang="lv-LV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3870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2D7DBB-B319-534E-8C65-39B3E9CF0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74D3B-0145-4B40-BC41-2631D243DCC0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Virsraksts 1">
            <a:extLst>
              <a:ext uri="{FF2B5EF4-FFF2-40B4-BE49-F238E27FC236}">
                <a16:creationId xmlns:a16="http://schemas.microsoft.com/office/drawing/2014/main" id="{5EFE301D-05C8-B744-9765-6E9987CB743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31538" y="186104"/>
            <a:ext cx="11399520" cy="1099996"/>
          </a:xfrm>
        </p:spPr>
        <p:txBody>
          <a:bodyPr>
            <a:noAutofit/>
          </a:bodyPr>
          <a:lstStyle/>
          <a:p>
            <a:r>
              <a:rPr lang="lv-LV" dirty="0">
                <a:solidFill>
                  <a:srgbClr val="1B508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Operatoru pārslogošanas divi veidi</a:t>
            </a:r>
            <a:endParaRPr lang="en-US" dirty="0">
              <a:solidFill>
                <a:srgbClr val="1B508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idx="4294967295"/>
          </p:nvPr>
        </p:nvSpPr>
        <p:spPr bwMode="auto">
          <a:xfrm>
            <a:off x="359764" y="2214529"/>
            <a:ext cx="11543068" cy="31947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buNone/>
            </a:pPr>
            <a:r>
              <a:rPr lang="lv-LV" dirty="0"/>
              <a:t>Operatoru pārslogošana ir samērā specifiska katram operatoram, tomēr ir izdalāmi divi galvenie veidi:</a:t>
            </a:r>
          </a:p>
          <a:p>
            <a:r>
              <a:rPr lang="lv-LV" dirty="0"/>
              <a:t>operators kā </a:t>
            </a:r>
            <a:r>
              <a:rPr lang="lv-LV" b="1" dirty="0"/>
              <a:t>klases iekšējā funkcija </a:t>
            </a:r>
            <a:r>
              <a:rPr lang="lv-LV" dirty="0"/>
              <a:t>– tādā gadījumā operatoram funkcionālajā pierakstā būs par vienu parametru mazāk nekā ir operandu, jo par pirmo operandu formāli kalpos objekts, kam šis operators tiek izsaukts.</a:t>
            </a:r>
            <a:endParaRPr lang="en-US" altLang="lv-LV" dirty="0"/>
          </a:p>
          <a:p>
            <a:r>
              <a:rPr lang="lv-LV" dirty="0"/>
              <a:t>operators kā </a:t>
            </a:r>
            <a:r>
              <a:rPr lang="lv-LV" b="1" dirty="0"/>
              <a:t>neatkarīga funkcija </a:t>
            </a:r>
            <a:r>
              <a:rPr lang="lv-LV" dirty="0"/>
              <a:t>– tādā gadījumā operatoram funkcionālajā </a:t>
            </a:r>
            <a:r>
              <a:rPr lang="nn-NO" dirty="0"/>
              <a:t>pierakstā būs tikpat parametru, cik ir operandu,</a:t>
            </a:r>
          </a:p>
        </p:txBody>
      </p:sp>
    </p:spTree>
    <p:extLst>
      <p:ext uri="{BB962C8B-B14F-4D97-AF65-F5344CB8AC3E}">
        <p14:creationId xmlns:p14="http://schemas.microsoft.com/office/powerpoint/2010/main" val="1412439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EA95C-AFFE-0FF1-D630-E4E59B5D1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22DFD5-71F9-F0BF-D9DA-36C9D5D53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74D3B-0145-4B40-BC41-2631D243DCC0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Virsraksts 1">
            <a:extLst>
              <a:ext uri="{FF2B5EF4-FFF2-40B4-BE49-F238E27FC236}">
                <a16:creationId xmlns:a16="http://schemas.microsoft.com/office/drawing/2014/main" id="{CE29ADC2-74DC-F187-3173-26B44E5F5C0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31538" y="186104"/>
            <a:ext cx="11399520" cy="1099996"/>
          </a:xfrm>
        </p:spPr>
        <p:txBody>
          <a:bodyPr>
            <a:noAutofit/>
          </a:bodyPr>
          <a:lstStyle/>
          <a:p>
            <a:r>
              <a:rPr lang="lv-LV" dirty="0">
                <a:solidFill>
                  <a:srgbClr val="1B508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Operatora pārslogošanas abi veidi</a:t>
            </a:r>
            <a:endParaRPr lang="en-US" dirty="0">
              <a:solidFill>
                <a:srgbClr val="1B508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B62082A9-DCEA-C290-A66C-81818184980E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 bwMode="auto">
          <a:xfrm>
            <a:off x="431538" y="1222949"/>
            <a:ext cx="4163002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0" indent="0">
              <a:lnSpc>
                <a:spcPct val="100000"/>
              </a:lnSpc>
              <a:buNone/>
              <a:tabLst/>
            </a:pPr>
            <a:r>
              <a:rPr lang="lv-LV" altLang="lv-LV" sz="1600" dirty="0"/>
              <a:t>/// Att15.8_iekseja-</a:t>
            </a:r>
            <a:r>
              <a:rPr lang="lv-LV" altLang="lv-LV" sz="1600" dirty="0" err="1"/>
              <a:t>parslogosana.cpp</a:t>
            </a:r>
            <a:endParaRPr lang="lv-LV" altLang="lv-LV" sz="1600" dirty="0"/>
          </a:p>
          <a:p>
            <a:pPr marL="0" lvl="0" indent="0">
              <a:lnSpc>
                <a:spcPct val="100000"/>
              </a:lnSpc>
              <a:buNone/>
              <a:tabLst/>
            </a:pPr>
            <a:r>
              <a:rPr lang="lv-LV" altLang="lv-LV" sz="1600" dirty="0"/>
              <a:t>#</a:t>
            </a:r>
            <a:r>
              <a:rPr lang="lv-LV" altLang="lv-LV" sz="1600" dirty="0" err="1"/>
              <a:t>include</a:t>
            </a:r>
            <a:r>
              <a:rPr lang="lv-LV" altLang="lv-LV" sz="1600" dirty="0"/>
              <a:t> &lt;</a:t>
            </a:r>
            <a:r>
              <a:rPr lang="lv-LV" altLang="lv-LV" sz="1600" dirty="0" err="1"/>
              <a:t>iostream</a:t>
            </a:r>
            <a:r>
              <a:rPr lang="lv-LV" altLang="lv-LV" sz="1600" dirty="0"/>
              <a:t>&gt;</a:t>
            </a:r>
          </a:p>
          <a:p>
            <a:pPr marL="0" lvl="0" indent="0">
              <a:lnSpc>
                <a:spcPct val="100000"/>
              </a:lnSpc>
              <a:buNone/>
              <a:tabLst/>
            </a:pPr>
            <a:r>
              <a:rPr lang="lv-LV" altLang="lv-LV" sz="1600" dirty="0" err="1"/>
              <a:t>using</a:t>
            </a:r>
            <a:r>
              <a:rPr lang="lv-LV" altLang="lv-LV" sz="1600" dirty="0"/>
              <a:t> </a:t>
            </a:r>
            <a:r>
              <a:rPr lang="lv-LV" altLang="lv-LV" sz="1600" dirty="0" err="1"/>
              <a:t>namespace</a:t>
            </a:r>
            <a:r>
              <a:rPr lang="lv-LV" altLang="lv-LV" sz="1600" dirty="0"/>
              <a:t> </a:t>
            </a:r>
            <a:r>
              <a:rPr lang="lv-LV" altLang="lv-LV" sz="1600" dirty="0" err="1"/>
              <a:t>std</a:t>
            </a:r>
            <a:r>
              <a:rPr lang="lv-LV" altLang="lv-LV" sz="1600" dirty="0"/>
              <a:t>;</a:t>
            </a:r>
          </a:p>
          <a:p>
            <a:pPr marL="0" lvl="0" indent="0">
              <a:lnSpc>
                <a:spcPct val="100000"/>
              </a:lnSpc>
              <a:buNone/>
              <a:tabLst/>
            </a:pPr>
            <a:r>
              <a:rPr lang="lv-LV" altLang="lv-LV" sz="1600" dirty="0" err="1"/>
              <a:t>class</a:t>
            </a:r>
            <a:r>
              <a:rPr lang="lv-LV" altLang="lv-LV" sz="1600" dirty="0"/>
              <a:t> </a:t>
            </a:r>
            <a:r>
              <a:rPr lang="lv-LV" altLang="lv-LV" sz="1600" dirty="0" err="1"/>
              <a:t>number</a:t>
            </a:r>
            <a:r>
              <a:rPr lang="lv-LV" altLang="lv-LV" sz="1600" dirty="0"/>
              <a:t> {</a:t>
            </a:r>
          </a:p>
          <a:p>
            <a:pPr marL="0" lvl="0" indent="0">
              <a:lnSpc>
                <a:spcPct val="100000"/>
              </a:lnSpc>
              <a:buNone/>
              <a:tabLst/>
            </a:pPr>
            <a:r>
              <a:rPr lang="lv-LV" altLang="lv-LV" sz="1600" dirty="0" err="1"/>
              <a:t>int</a:t>
            </a:r>
            <a:r>
              <a:rPr lang="lv-LV" altLang="lv-LV" sz="1600" dirty="0"/>
              <a:t> a;</a:t>
            </a:r>
          </a:p>
          <a:p>
            <a:pPr marL="0" lvl="0" indent="0">
              <a:lnSpc>
                <a:spcPct val="100000"/>
              </a:lnSpc>
              <a:buNone/>
              <a:tabLst/>
            </a:pPr>
            <a:r>
              <a:rPr lang="lv-LV" altLang="lv-LV" sz="1600" dirty="0" err="1"/>
              <a:t>public</a:t>
            </a:r>
            <a:r>
              <a:rPr lang="lv-LV" altLang="lv-LV" sz="1600" dirty="0"/>
              <a:t>:</a:t>
            </a:r>
          </a:p>
          <a:p>
            <a:pPr marL="0" lvl="0" indent="0">
              <a:lnSpc>
                <a:spcPct val="100000"/>
              </a:lnSpc>
              <a:buNone/>
              <a:tabLst/>
            </a:pPr>
            <a:r>
              <a:rPr lang="lv-LV" altLang="lv-LV" sz="1600" dirty="0" err="1"/>
              <a:t>number</a:t>
            </a:r>
            <a:r>
              <a:rPr lang="lv-LV" altLang="lv-LV" sz="1600" dirty="0"/>
              <a:t> (</a:t>
            </a:r>
            <a:r>
              <a:rPr lang="lv-LV" altLang="lv-LV" sz="1600" dirty="0" err="1"/>
              <a:t>int</a:t>
            </a:r>
            <a:r>
              <a:rPr lang="lv-LV" altLang="lv-LV" sz="1600" dirty="0"/>
              <a:t> x) { a = x; };</a:t>
            </a:r>
          </a:p>
          <a:p>
            <a:pPr marL="0" lvl="0" indent="0">
              <a:lnSpc>
                <a:spcPct val="100000"/>
              </a:lnSpc>
              <a:buNone/>
              <a:tabLst/>
            </a:pPr>
            <a:r>
              <a:rPr lang="lv-LV" altLang="lv-LV" sz="1600" dirty="0" err="1"/>
              <a:t>void</a:t>
            </a:r>
            <a:r>
              <a:rPr lang="lv-LV" altLang="lv-LV" sz="1600" dirty="0"/>
              <a:t> </a:t>
            </a:r>
            <a:r>
              <a:rPr lang="lv-LV" altLang="lv-LV" sz="1600" dirty="0" err="1"/>
              <a:t>print</a:t>
            </a:r>
            <a:r>
              <a:rPr lang="lv-LV" altLang="lv-LV" sz="1600" dirty="0"/>
              <a:t> () { </a:t>
            </a:r>
            <a:r>
              <a:rPr lang="lv-LV" altLang="lv-LV" sz="1600" dirty="0" err="1"/>
              <a:t>cout</a:t>
            </a:r>
            <a:r>
              <a:rPr lang="lv-LV" altLang="lv-LV" sz="1600" dirty="0"/>
              <a:t> &lt;&lt; a &lt;&lt; </a:t>
            </a:r>
            <a:r>
              <a:rPr lang="lv-LV" altLang="lv-LV" sz="1600" dirty="0" err="1"/>
              <a:t>endl</a:t>
            </a:r>
            <a:r>
              <a:rPr lang="lv-LV" altLang="lv-LV" sz="1600" dirty="0"/>
              <a:t>; };</a:t>
            </a:r>
          </a:p>
          <a:p>
            <a:pPr marL="0" lvl="0" indent="0">
              <a:lnSpc>
                <a:spcPct val="100000"/>
              </a:lnSpc>
              <a:buNone/>
              <a:tabLst/>
            </a:pPr>
            <a:r>
              <a:rPr lang="lv-LV" altLang="lv-LV" sz="1600" b="1" dirty="0" err="1"/>
              <a:t>number</a:t>
            </a:r>
            <a:r>
              <a:rPr lang="lv-LV" altLang="lv-LV" sz="1600" b="1" dirty="0"/>
              <a:t>&amp; operator+= (</a:t>
            </a:r>
            <a:r>
              <a:rPr lang="lv-LV" altLang="lv-LV" sz="1600" b="1" dirty="0" err="1"/>
              <a:t>int</a:t>
            </a:r>
            <a:r>
              <a:rPr lang="lv-LV" altLang="lv-LV" sz="1600" b="1" dirty="0"/>
              <a:t> i) {</a:t>
            </a:r>
          </a:p>
          <a:p>
            <a:pPr marL="0" lvl="0" indent="0">
              <a:lnSpc>
                <a:spcPct val="100000"/>
              </a:lnSpc>
              <a:buNone/>
              <a:tabLst/>
            </a:pPr>
            <a:r>
              <a:rPr lang="lv-LV" altLang="lv-LV" sz="1600" b="1" dirty="0"/>
              <a:t>a += i;</a:t>
            </a:r>
          </a:p>
          <a:p>
            <a:pPr marL="0" lvl="0" indent="0">
              <a:lnSpc>
                <a:spcPct val="100000"/>
              </a:lnSpc>
              <a:buNone/>
              <a:tabLst/>
            </a:pPr>
            <a:r>
              <a:rPr lang="lv-LV" altLang="lv-LV" sz="1600" b="1" dirty="0" err="1"/>
              <a:t>return</a:t>
            </a:r>
            <a:r>
              <a:rPr lang="lv-LV" altLang="lv-LV" sz="1600" b="1" dirty="0"/>
              <a:t> *</a:t>
            </a:r>
            <a:r>
              <a:rPr lang="lv-LV" altLang="lv-LV" sz="1600" b="1" dirty="0" err="1"/>
              <a:t>this</a:t>
            </a:r>
            <a:r>
              <a:rPr lang="lv-LV" altLang="lv-LV" sz="1600" b="1" dirty="0"/>
              <a:t>;</a:t>
            </a:r>
          </a:p>
          <a:p>
            <a:pPr marL="0" lvl="0" indent="0">
              <a:lnSpc>
                <a:spcPct val="100000"/>
              </a:lnSpc>
              <a:buNone/>
              <a:tabLst/>
            </a:pPr>
            <a:r>
              <a:rPr lang="lv-LV" altLang="lv-LV" sz="1600" b="1" dirty="0"/>
              <a:t>};</a:t>
            </a:r>
          </a:p>
          <a:p>
            <a:pPr marL="0" lvl="0" indent="0">
              <a:lnSpc>
                <a:spcPct val="100000"/>
              </a:lnSpc>
              <a:buNone/>
              <a:tabLst/>
            </a:pPr>
            <a:r>
              <a:rPr lang="lv-LV" altLang="lv-LV" sz="1600" dirty="0"/>
              <a:t>};</a:t>
            </a:r>
          </a:p>
          <a:p>
            <a:pPr marL="0" lvl="0" indent="0">
              <a:lnSpc>
                <a:spcPct val="100000"/>
              </a:lnSpc>
              <a:buNone/>
              <a:tabLst/>
            </a:pPr>
            <a:r>
              <a:rPr lang="lv-LV" altLang="lv-LV" sz="1600" dirty="0" err="1"/>
              <a:t>int</a:t>
            </a:r>
            <a:r>
              <a:rPr lang="lv-LV" altLang="lv-LV" sz="1600" dirty="0"/>
              <a:t> </a:t>
            </a:r>
            <a:r>
              <a:rPr lang="lv-LV" altLang="lv-LV" sz="1600" dirty="0" err="1"/>
              <a:t>main</a:t>
            </a:r>
            <a:r>
              <a:rPr lang="lv-LV" altLang="lv-LV" sz="1600" dirty="0"/>
              <a:t> () {</a:t>
            </a:r>
          </a:p>
          <a:p>
            <a:pPr marL="0" lvl="0" indent="0">
              <a:lnSpc>
                <a:spcPct val="100000"/>
              </a:lnSpc>
              <a:buNone/>
              <a:tabLst/>
            </a:pPr>
            <a:r>
              <a:rPr lang="lv-LV" altLang="lv-LV" sz="1600" dirty="0" err="1"/>
              <a:t>number</a:t>
            </a:r>
            <a:r>
              <a:rPr lang="lv-LV" altLang="lv-LV" sz="1600" dirty="0"/>
              <a:t> </a:t>
            </a:r>
            <a:r>
              <a:rPr lang="lv-LV" altLang="lv-LV" sz="1600" dirty="0" err="1"/>
              <a:t>num</a:t>
            </a:r>
            <a:r>
              <a:rPr lang="lv-LV" altLang="lv-LV" sz="1600" dirty="0"/>
              <a:t> (99);</a:t>
            </a:r>
          </a:p>
          <a:p>
            <a:pPr marL="0" lvl="0" indent="0">
              <a:lnSpc>
                <a:spcPct val="100000"/>
              </a:lnSpc>
              <a:buNone/>
              <a:tabLst/>
            </a:pPr>
            <a:r>
              <a:rPr lang="lv-LV" altLang="lv-LV" sz="1600" dirty="0"/>
              <a:t> </a:t>
            </a:r>
            <a:r>
              <a:rPr lang="lv-LV" altLang="lv-LV" sz="1600" dirty="0" err="1"/>
              <a:t>num</a:t>
            </a:r>
            <a:r>
              <a:rPr lang="lv-LV" altLang="lv-LV" sz="1600" dirty="0"/>
              <a:t> += 6;            /// 105</a:t>
            </a:r>
          </a:p>
          <a:p>
            <a:pPr marL="0" lvl="0" indent="0">
              <a:lnSpc>
                <a:spcPct val="100000"/>
              </a:lnSpc>
              <a:buNone/>
              <a:tabLst/>
            </a:pPr>
            <a:r>
              <a:rPr lang="lv-LV" altLang="lv-LV" sz="1600" b="1" dirty="0"/>
              <a:t>(</a:t>
            </a:r>
            <a:r>
              <a:rPr lang="lv-LV" altLang="lv-LV" sz="1600" b="1" dirty="0" err="1"/>
              <a:t>num</a:t>
            </a:r>
            <a:r>
              <a:rPr lang="lv-LV" altLang="lv-LV" sz="1600" b="1" dirty="0"/>
              <a:t> += 6) += 7; </a:t>
            </a:r>
            <a:r>
              <a:rPr lang="lv-LV" altLang="lv-LV" sz="1600" dirty="0"/>
              <a:t>     /// 118</a:t>
            </a:r>
          </a:p>
          <a:p>
            <a:pPr marL="0" lvl="0" indent="0">
              <a:lnSpc>
                <a:spcPct val="100000"/>
              </a:lnSpc>
              <a:buNone/>
              <a:tabLst/>
            </a:pPr>
            <a:r>
              <a:rPr lang="lv-LV" altLang="lv-LV" sz="1600" dirty="0" err="1"/>
              <a:t>num.print</a:t>
            </a:r>
            <a:r>
              <a:rPr lang="lv-LV" altLang="lv-LV" sz="1600" dirty="0"/>
              <a:t> ();</a:t>
            </a:r>
          </a:p>
          <a:p>
            <a:pPr marL="0" lvl="0" indent="0">
              <a:lnSpc>
                <a:spcPct val="100000"/>
              </a:lnSpc>
              <a:buNone/>
              <a:tabLst/>
            </a:pPr>
            <a:r>
              <a:rPr lang="lv-LV" altLang="lv-LV" sz="1600" dirty="0" err="1"/>
              <a:t>return</a:t>
            </a:r>
            <a:r>
              <a:rPr lang="lv-LV" altLang="lv-LV" sz="1600" dirty="0"/>
              <a:t> 0;</a:t>
            </a:r>
          </a:p>
          <a:p>
            <a:pPr marL="0" lvl="0" indent="0">
              <a:lnSpc>
                <a:spcPct val="100000"/>
              </a:lnSpc>
              <a:buNone/>
              <a:tabLst/>
            </a:pPr>
            <a:r>
              <a:rPr lang="lv-LV" altLang="lv-LV" sz="1600" dirty="0"/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15795" y="993981"/>
            <a:ext cx="590909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/// Att15.9_areja-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parslogosana.cpp</a:t>
            </a:r>
            <a:endParaRPr lang="lv-LV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include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&lt;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iostream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  <a:p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using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namespace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std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class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number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</a:p>
          <a:p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a;</a:t>
            </a:r>
          </a:p>
          <a:p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public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number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x) { a = x; };</a:t>
            </a:r>
          </a:p>
          <a:p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void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print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() {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cout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&lt;&lt; a &lt;&lt;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endl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; };</a:t>
            </a:r>
          </a:p>
          <a:p>
            <a:r>
              <a:rPr lang="lv-LV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friend</a:t>
            </a:r>
            <a:r>
              <a:rPr lang="lv-LV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lv-LV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number</a:t>
            </a:r>
            <a:r>
              <a:rPr lang="lv-LV" sz="1600" b="1" dirty="0">
                <a:latin typeface="Arial" panose="020B0604020202020204" pitchFamily="34" charset="0"/>
                <a:cs typeface="Arial" panose="020B0604020202020204" pitchFamily="34" charset="0"/>
              </a:rPr>
              <a:t>&amp; operator+= (</a:t>
            </a:r>
            <a:r>
              <a:rPr lang="lv-LV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number</a:t>
            </a:r>
            <a:r>
              <a:rPr lang="lv-LV" sz="1600" b="1" dirty="0">
                <a:latin typeface="Arial" panose="020B0604020202020204" pitchFamily="34" charset="0"/>
                <a:cs typeface="Arial" panose="020B0604020202020204" pitchFamily="34" charset="0"/>
              </a:rPr>
              <a:t>&amp;, </a:t>
            </a:r>
            <a:r>
              <a:rPr lang="lv-LV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lv-LV" sz="1600" b="1" dirty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};</a:t>
            </a:r>
          </a:p>
          <a:p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main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() {</a:t>
            </a:r>
          </a:p>
          <a:p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number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num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(99);</a:t>
            </a:r>
          </a:p>
          <a:p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num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+= 6;            /// 105</a:t>
            </a:r>
          </a:p>
          <a:p>
            <a:r>
              <a:rPr lang="lv-LV" sz="1600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lv-LV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num</a:t>
            </a:r>
            <a:r>
              <a:rPr lang="lv-LV" sz="1600" b="1" dirty="0">
                <a:latin typeface="Arial" panose="020B0604020202020204" pitchFamily="34" charset="0"/>
                <a:cs typeface="Arial" panose="020B0604020202020204" pitchFamily="34" charset="0"/>
              </a:rPr>
              <a:t> += 6) += 7;      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/// 118</a:t>
            </a:r>
          </a:p>
          <a:p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num.print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();</a:t>
            </a:r>
          </a:p>
          <a:p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0;</a:t>
            </a:r>
          </a:p>
          <a:p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r>
              <a:rPr lang="lv-LV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number</a:t>
            </a:r>
            <a:r>
              <a:rPr lang="lv-LV" sz="1600" b="1" dirty="0">
                <a:latin typeface="Arial" panose="020B0604020202020204" pitchFamily="34" charset="0"/>
                <a:cs typeface="Arial" panose="020B0604020202020204" pitchFamily="34" charset="0"/>
              </a:rPr>
              <a:t>&amp; operator+= (</a:t>
            </a:r>
            <a:r>
              <a:rPr lang="lv-LV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number</a:t>
            </a:r>
            <a:r>
              <a:rPr lang="lv-LV" sz="1600" b="1" dirty="0">
                <a:latin typeface="Arial" panose="020B0604020202020204" pitchFamily="34" charset="0"/>
                <a:cs typeface="Arial" panose="020B0604020202020204" pitchFamily="34" charset="0"/>
              </a:rPr>
              <a:t> &amp;</a:t>
            </a:r>
            <a:r>
              <a:rPr lang="lv-LV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num</a:t>
            </a:r>
            <a:r>
              <a:rPr lang="lv-LV" sz="16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lv-LV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lv-LV" sz="1600" b="1" dirty="0">
                <a:latin typeface="Arial" panose="020B0604020202020204" pitchFamily="34" charset="0"/>
                <a:cs typeface="Arial" panose="020B0604020202020204" pitchFamily="34" charset="0"/>
              </a:rPr>
              <a:t> i) {</a:t>
            </a:r>
          </a:p>
          <a:p>
            <a:r>
              <a:rPr lang="lv-LV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num.a</a:t>
            </a:r>
            <a:r>
              <a:rPr lang="lv-LV" sz="1600" b="1" dirty="0">
                <a:latin typeface="Arial" panose="020B0604020202020204" pitchFamily="34" charset="0"/>
                <a:cs typeface="Arial" panose="020B0604020202020204" pitchFamily="34" charset="0"/>
              </a:rPr>
              <a:t> += i;</a:t>
            </a:r>
          </a:p>
          <a:p>
            <a:r>
              <a:rPr lang="lv-LV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r>
              <a:rPr lang="lv-LV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lv-LV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num</a:t>
            </a:r>
            <a:r>
              <a:rPr lang="lv-LV" sz="1600" b="1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lv-LV" sz="1600" b="1" dirty="0">
                <a:latin typeface="Arial" panose="020B0604020202020204" pitchFamily="34" charset="0"/>
                <a:cs typeface="Arial" panose="020B0604020202020204" pitchFamily="34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587654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EA95C-AFFE-0FF1-D630-E4E59B5D1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22DFD5-71F9-F0BF-D9DA-36C9D5D53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74D3B-0145-4B40-BC41-2631D243DCC0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Virsraksts 1">
            <a:extLst>
              <a:ext uri="{FF2B5EF4-FFF2-40B4-BE49-F238E27FC236}">
                <a16:creationId xmlns:a16="http://schemas.microsoft.com/office/drawing/2014/main" id="{CE29ADC2-74DC-F187-3173-26B44E5F5C0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31538" y="186104"/>
            <a:ext cx="11399520" cy="1099996"/>
          </a:xfrm>
        </p:spPr>
        <p:txBody>
          <a:bodyPr>
            <a:noAutofit/>
          </a:bodyPr>
          <a:lstStyle/>
          <a:p>
            <a:r>
              <a:rPr lang="lv-LV" dirty="0">
                <a:solidFill>
                  <a:srgbClr val="1B508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Izdrukas operatora pārslogošana</a:t>
            </a:r>
            <a:endParaRPr lang="en-US" dirty="0">
              <a:solidFill>
                <a:srgbClr val="1B508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B62082A9-DCEA-C290-A66C-81818184980E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 bwMode="auto">
          <a:xfrm>
            <a:off x="431538" y="1751110"/>
            <a:ext cx="4163002" cy="3748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buNone/>
            </a:pPr>
            <a:r>
              <a:rPr lang="lv-LV" sz="2400" dirty="0"/>
              <a:t>J</a:t>
            </a:r>
            <a:r>
              <a:rPr lang="sv-SE" sz="2400" dirty="0"/>
              <a:t>a operatora pirmais operands ir kāda standarta klase, tad nav citu variantu, kā</a:t>
            </a:r>
            <a:r>
              <a:rPr lang="lv-LV" sz="2400" dirty="0"/>
              <a:t> vien pārslogot operatoru kā neatkarīgu funkciju, citādi to nevar izdarīt bez pašas standarta klases izmaiņas.</a:t>
            </a:r>
          </a:p>
          <a:p>
            <a:pPr marL="0" indent="0">
              <a:buNone/>
            </a:pPr>
            <a:endParaRPr lang="lv-LV" sz="2400" dirty="0"/>
          </a:p>
          <a:p>
            <a:pPr marL="0" indent="0">
              <a:buNone/>
            </a:pPr>
            <a:r>
              <a:rPr lang="lv-LV" sz="2400" dirty="0"/>
              <a:t>Tipisks piemērs šajā gadījumā ir izdrukas operatora pārslogošana.</a:t>
            </a:r>
            <a:endParaRPr lang="lv-LV" altLang="lv-LV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5615795" y="993981"/>
            <a:ext cx="5909095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/// Att15.10_izdrukas-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parslogosana.cpp</a:t>
            </a:r>
            <a:endParaRPr lang="lv-LV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include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&lt;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iostream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  <a:p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using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namespace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std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class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number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</a:p>
          <a:p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a;</a:t>
            </a:r>
          </a:p>
          <a:p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public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number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x) { a = x; };</a:t>
            </a:r>
          </a:p>
          <a:p>
            <a:r>
              <a:rPr lang="lv-LV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friend</a:t>
            </a:r>
            <a:r>
              <a:rPr lang="lv-LV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lv-LV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ostream</a:t>
            </a:r>
            <a:r>
              <a:rPr lang="lv-LV" sz="1600" b="1" dirty="0">
                <a:latin typeface="Arial" panose="020B0604020202020204" pitchFamily="34" charset="0"/>
                <a:cs typeface="Arial" panose="020B0604020202020204" pitchFamily="34" charset="0"/>
              </a:rPr>
              <a:t>&amp; operator&lt;&lt; (</a:t>
            </a:r>
            <a:r>
              <a:rPr lang="lv-LV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ostream</a:t>
            </a:r>
            <a:r>
              <a:rPr lang="lv-LV" sz="1600" b="1" dirty="0">
                <a:latin typeface="Arial" panose="020B0604020202020204" pitchFamily="34" charset="0"/>
                <a:cs typeface="Arial" panose="020B0604020202020204" pitchFamily="34" charset="0"/>
              </a:rPr>
              <a:t>&amp;, </a:t>
            </a:r>
            <a:r>
              <a:rPr lang="lv-LV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number</a:t>
            </a:r>
            <a:r>
              <a:rPr lang="lv-LV" sz="1600" b="1" dirty="0">
                <a:latin typeface="Arial" panose="020B0604020202020204" pitchFamily="34" charset="0"/>
                <a:cs typeface="Arial" panose="020B0604020202020204" pitchFamily="34" charset="0"/>
              </a:rPr>
              <a:t>&amp;);</a:t>
            </a:r>
          </a:p>
          <a:p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};</a:t>
            </a:r>
          </a:p>
          <a:p>
            <a:r>
              <a:rPr lang="lv-LV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ostream</a:t>
            </a:r>
            <a:r>
              <a:rPr lang="lv-LV" sz="1600" b="1" dirty="0">
                <a:latin typeface="Arial" panose="020B0604020202020204" pitchFamily="34" charset="0"/>
                <a:cs typeface="Arial" panose="020B0604020202020204" pitchFamily="34" charset="0"/>
              </a:rPr>
              <a:t>&amp; operator&lt;&lt; (</a:t>
            </a:r>
            <a:r>
              <a:rPr lang="lv-LV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ostream</a:t>
            </a:r>
            <a:r>
              <a:rPr lang="lv-LV" sz="1600" b="1" dirty="0">
                <a:latin typeface="Arial" panose="020B0604020202020204" pitchFamily="34" charset="0"/>
                <a:cs typeface="Arial" panose="020B0604020202020204" pitchFamily="34" charset="0"/>
              </a:rPr>
              <a:t> &amp;</a:t>
            </a:r>
            <a:r>
              <a:rPr lang="lv-LV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lang="lv-LV" sz="16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lv-LV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number</a:t>
            </a:r>
            <a:r>
              <a:rPr lang="lv-LV" sz="1600" b="1" dirty="0">
                <a:latin typeface="Arial" panose="020B0604020202020204" pitchFamily="34" charset="0"/>
                <a:cs typeface="Arial" panose="020B0604020202020204" pitchFamily="34" charset="0"/>
              </a:rPr>
              <a:t> &amp;</a:t>
            </a:r>
            <a:r>
              <a:rPr lang="lv-LV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num</a:t>
            </a:r>
            <a:r>
              <a:rPr lang="lv-LV" sz="1600" b="1" dirty="0">
                <a:latin typeface="Arial" panose="020B0604020202020204" pitchFamily="34" charset="0"/>
                <a:cs typeface="Arial" panose="020B0604020202020204" pitchFamily="34" charset="0"/>
              </a:rPr>
              <a:t>) {</a:t>
            </a:r>
          </a:p>
          <a:p>
            <a:r>
              <a:rPr lang="lv-LV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lang="lv-LV" sz="1600" b="1" dirty="0">
                <a:latin typeface="Arial" panose="020B0604020202020204" pitchFamily="34" charset="0"/>
                <a:cs typeface="Arial" panose="020B0604020202020204" pitchFamily="34" charset="0"/>
              </a:rPr>
              <a:t> &lt;&lt; </a:t>
            </a:r>
            <a:r>
              <a:rPr lang="lv-LV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num.a</a:t>
            </a:r>
            <a:r>
              <a:rPr lang="lv-LV" sz="1600" b="1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lv-LV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r>
              <a:rPr lang="lv-LV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lv-LV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lang="lv-LV" sz="1600" b="1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lv-LV" sz="1600" b="1" dirty="0">
                <a:latin typeface="Arial" panose="020B0604020202020204" pitchFamily="34" charset="0"/>
                <a:cs typeface="Arial" panose="020B0604020202020204" pitchFamily="34" charset="0"/>
              </a:rPr>
              <a:t>};</a:t>
            </a:r>
          </a:p>
          <a:p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main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() {</a:t>
            </a:r>
          </a:p>
          <a:p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number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num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(99);</a:t>
            </a:r>
          </a:p>
          <a:p>
            <a:r>
              <a:rPr lang="lv-LV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cout</a:t>
            </a:r>
            <a:r>
              <a:rPr lang="lv-LV" sz="1600" b="1" dirty="0">
                <a:latin typeface="Arial" panose="020B0604020202020204" pitchFamily="34" charset="0"/>
                <a:cs typeface="Arial" panose="020B0604020202020204" pitchFamily="34" charset="0"/>
              </a:rPr>
              <a:t> &lt;&lt; </a:t>
            </a:r>
            <a:r>
              <a:rPr lang="lv-LV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num</a:t>
            </a:r>
            <a:r>
              <a:rPr lang="lv-LV" sz="1600" b="1" dirty="0">
                <a:latin typeface="Arial" panose="020B0604020202020204" pitchFamily="34" charset="0"/>
                <a:cs typeface="Arial" panose="020B0604020202020204" pitchFamily="34" charset="0"/>
              </a:rPr>
              <a:t> &lt;&lt; </a:t>
            </a:r>
            <a:r>
              <a:rPr lang="lv-LV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endl</a:t>
            </a:r>
            <a:r>
              <a:rPr lang="lv-LV" sz="1600" b="1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/// pārslogotā &lt;&lt; izmantošana</a:t>
            </a:r>
          </a:p>
          <a:p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operator&lt;&lt;(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cout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num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);    /// 99</a:t>
            </a:r>
          </a:p>
          <a:p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0;</a:t>
            </a:r>
          </a:p>
          <a:p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lv-LV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5833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CB152-D97E-2A6A-69F8-C6D1E865D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D6D32F-B8A9-B75D-56CA-C9C3BCE27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74D3B-0145-4B40-BC41-2631D243DCC0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Virsraksts 1">
            <a:extLst>
              <a:ext uri="{FF2B5EF4-FFF2-40B4-BE49-F238E27FC236}">
                <a16:creationId xmlns:a16="http://schemas.microsoft.com/office/drawing/2014/main" id="{E315038C-2622-8BF2-BEBC-67FC4FF4E87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31538" y="186104"/>
            <a:ext cx="11399520" cy="1099996"/>
          </a:xfrm>
        </p:spPr>
        <p:txBody>
          <a:bodyPr>
            <a:noAutofit/>
          </a:bodyPr>
          <a:lstStyle/>
          <a:p>
            <a:r>
              <a:rPr lang="lv-LV" dirty="0">
                <a:solidFill>
                  <a:srgbClr val="1B508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Izdrukas operatora pārslogošana </a:t>
            </a:r>
            <a:br>
              <a:rPr lang="lv-LV" dirty="0">
                <a:solidFill>
                  <a:srgbClr val="1B5089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lv-LV" dirty="0">
                <a:solidFill>
                  <a:srgbClr val="1B508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klašu veidnē 1/2</a:t>
            </a:r>
            <a:endParaRPr lang="en-US" dirty="0">
              <a:solidFill>
                <a:srgbClr val="1B508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0C336ACD-4C7E-D74D-99C0-101AAF658ACE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 bwMode="auto">
          <a:xfrm>
            <a:off x="518036" y="1726050"/>
            <a:ext cx="4835986" cy="43027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buNone/>
            </a:pPr>
            <a:r>
              <a:rPr lang="lv-LV" sz="1600" dirty="0"/>
              <a:t>/// v6a-</a:t>
            </a:r>
            <a:r>
              <a:rPr lang="lv-LV" sz="1600" dirty="0" err="1"/>
              <a:t>iterators-vector-template_inner</a:t>
            </a:r>
            <a:r>
              <a:rPr lang="lv-LV" sz="1600" dirty="0"/>
              <a:t> </a:t>
            </a:r>
            <a:r>
              <a:rPr lang="lv-LV" sz="1600" dirty="0" err="1"/>
              <a:t>friend</a:t>
            </a:r>
            <a:r>
              <a:rPr lang="lv-LV" sz="1600" dirty="0"/>
              <a:t> </a:t>
            </a:r>
            <a:r>
              <a:rPr lang="lv-LV" sz="1600" dirty="0" err="1"/>
              <a:t>function.cpp</a:t>
            </a:r>
            <a:endParaRPr lang="lv-LV" sz="1600" dirty="0"/>
          </a:p>
          <a:p>
            <a:pPr marL="0" indent="0">
              <a:buNone/>
            </a:pPr>
            <a:r>
              <a:rPr lang="lv-LV" sz="1600" dirty="0"/>
              <a:t>#</a:t>
            </a:r>
            <a:r>
              <a:rPr lang="lv-LV" sz="1600" dirty="0" err="1"/>
              <a:t>include</a:t>
            </a:r>
            <a:r>
              <a:rPr lang="lv-LV" sz="1600" dirty="0"/>
              <a:t>&lt;</a:t>
            </a:r>
            <a:r>
              <a:rPr lang="lv-LV" sz="1600" dirty="0" err="1"/>
              <a:t>iostream</a:t>
            </a:r>
            <a:r>
              <a:rPr lang="lv-LV" sz="1600" dirty="0"/>
              <a:t>&gt;</a:t>
            </a:r>
          </a:p>
          <a:p>
            <a:pPr marL="0" indent="0">
              <a:buNone/>
            </a:pPr>
            <a:r>
              <a:rPr lang="lv-LV" sz="1600" dirty="0" err="1"/>
              <a:t>using</a:t>
            </a:r>
            <a:r>
              <a:rPr lang="lv-LV" sz="1600" dirty="0"/>
              <a:t> </a:t>
            </a:r>
            <a:r>
              <a:rPr lang="lv-LV" sz="1600" dirty="0" err="1"/>
              <a:t>namespace</a:t>
            </a:r>
            <a:r>
              <a:rPr lang="lv-LV" sz="1600" dirty="0"/>
              <a:t> </a:t>
            </a:r>
            <a:r>
              <a:rPr lang="lv-LV" sz="1600" dirty="0" err="1"/>
              <a:t>std</a:t>
            </a:r>
            <a:r>
              <a:rPr lang="lv-LV" sz="1600" dirty="0"/>
              <a:t>;</a:t>
            </a:r>
          </a:p>
          <a:p>
            <a:pPr marL="0" indent="0">
              <a:buNone/>
            </a:pPr>
            <a:r>
              <a:rPr lang="lv-LV" sz="1600" dirty="0" err="1"/>
              <a:t>template</a:t>
            </a:r>
            <a:r>
              <a:rPr lang="lv-LV" sz="1600" dirty="0"/>
              <a:t> &lt;</a:t>
            </a:r>
            <a:r>
              <a:rPr lang="lv-LV" sz="1600" dirty="0" err="1"/>
              <a:t>class</a:t>
            </a:r>
            <a:r>
              <a:rPr lang="lv-LV" sz="1600" dirty="0"/>
              <a:t> X&gt;</a:t>
            </a:r>
          </a:p>
          <a:p>
            <a:pPr marL="0" indent="0">
              <a:buNone/>
            </a:pPr>
            <a:r>
              <a:rPr lang="lv-LV" sz="1600" dirty="0" err="1"/>
              <a:t>class</a:t>
            </a:r>
            <a:r>
              <a:rPr lang="lv-LV" sz="1600" dirty="0"/>
              <a:t> </a:t>
            </a:r>
            <a:r>
              <a:rPr lang="lv-LV" sz="1600" dirty="0" err="1"/>
              <a:t>myvector</a:t>
            </a:r>
            <a:r>
              <a:rPr lang="lv-LV" sz="1600" dirty="0"/>
              <a:t> {</a:t>
            </a:r>
          </a:p>
          <a:p>
            <a:pPr marL="0" indent="0">
              <a:buNone/>
            </a:pPr>
            <a:r>
              <a:rPr lang="lv-LV" sz="1600" dirty="0"/>
              <a:t>    </a:t>
            </a:r>
            <a:r>
              <a:rPr lang="lv-LV" sz="1600" dirty="0" err="1"/>
              <a:t>struct</a:t>
            </a:r>
            <a:r>
              <a:rPr lang="lv-LV" sz="1600" dirty="0"/>
              <a:t> </a:t>
            </a:r>
            <a:r>
              <a:rPr lang="lv-LV" sz="1600" dirty="0" err="1"/>
              <a:t>iterator</a:t>
            </a:r>
            <a:r>
              <a:rPr lang="lv-LV" sz="1600" dirty="0"/>
              <a:t> {</a:t>
            </a:r>
          </a:p>
          <a:p>
            <a:pPr marL="0" indent="0">
              <a:buNone/>
            </a:pPr>
            <a:r>
              <a:rPr lang="lv-LV" sz="1600" dirty="0"/>
              <a:t>        </a:t>
            </a:r>
            <a:r>
              <a:rPr lang="lv-LV" sz="1600" dirty="0" err="1"/>
              <a:t>myvector</a:t>
            </a:r>
            <a:r>
              <a:rPr lang="lv-LV" sz="1600" dirty="0"/>
              <a:t> *</a:t>
            </a:r>
            <a:r>
              <a:rPr lang="lv-LV" sz="1600" dirty="0" err="1"/>
              <a:t>vect</a:t>
            </a:r>
            <a:r>
              <a:rPr lang="lv-LV" sz="1600" dirty="0"/>
              <a:t>;</a:t>
            </a:r>
          </a:p>
          <a:p>
            <a:pPr marL="0" indent="0">
              <a:buNone/>
            </a:pPr>
            <a:r>
              <a:rPr lang="lv-LV" sz="1600" dirty="0"/>
              <a:t>        </a:t>
            </a:r>
            <a:r>
              <a:rPr lang="lv-LV" sz="1600" dirty="0" err="1"/>
              <a:t>int</a:t>
            </a:r>
            <a:r>
              <a:rPr lang="lv-LV" sz="1600" dirty="0"/>
              <a:t> pos;</a:t>
            </a:r>
          </a:p>
          <a:p>
            <a:pPr marL="0" indent="0">
              <a:buNone/>
            </a:pPr>
            <a:r>
              <a:rPr lang="lv-LV" sz="1600" dirty="0"/>
              <a:t>        </a:t>
            </a:r>
            <a:r>
              <a:rPr lang="lv-LV" sz="1600" dirty="0" err="1"/>
              <a:t>iterator(myvector</a:t>
            </a:r>
            <a:r>
              <a:rPr lang="lv-LV" sz="1600" dirty="0"/>
              <a:t> *</a:t>
            </a:r>
            <a:r>
              <a:rPr lang="lv-LV" sz="1600" dirty="0" err="1"/>
              <a:t>v,int</a:t>
            </a:r>
            <a:r>
              <a:rPr lang="lv-LV" sz="1600" dirty="0"/>
              <a:t> p) { </a:t>
            </a:r>
            <a:r>
              <a:rPr lang="lv-LV" sz="1600" dirty="0" err="1"/>
              <a:t>vect=v</a:t>
            </a:r>
            <a:r>
              <a:rPr lang="lv-LV" sz="1600" dirty="0"/>
              <a:t>; pos = p;};</a:t>
            </a:r>
          </a:p>
          <a:p>
            <a:pPr marL="0" indent="0">
              <a:buNone/>
            </a:pPr>
            <a:r>
              <a:rPr lang="lv-LV" sz="1600" dirty="0"/>
              <a:t>        X&amp; operator*() { </a:t>
            </a:r>
            <a:r>
              <a:rPr lang="lv-LV" sz="1600" dirty="0" err="1"/>
              <a:t>return</a:t>
            </a:r>
            <a:r>
              <a:rPr lang="lv-LV" sz="1600" dirty="0"/>
              <a:t> </a:t>
            </a:r>
            <a:r>
              <a:rPr lang="lv-LV" sz="1600" dirty="0" err="1"/>
              <a:t>vect-</a:t>
            </a:r>
            <a:r>
              <a:rPr lang="lv-LV" sz="1600" dirty="0"/>
              <a:t>&gt;</a:t>
            </a:r>
            <a:r>
              <a:rPr lang="lv-LV" sz="1600" dirty="0" err="1"/>
              <a:t>aa[pos</a:t>
            </a:r>
            <a:r>
              <a:rPr lang="lv-LV" sz="1600" dirty="0"/>
              <a:t>]; };</a:t>
            </a:r>
          </a:p>
          <a:p>
            <a:pPr marL="0" indent="0">
              <a:buNone/>
            </a:pPr>
            <a:r>
              <a:rPr lang="lv-LV" sz="1600" dirty="0"/>
              <a:t>        </a:t>
            </a:r>
            <a:r>
              <a:rPr lang="lv-LV" sz="1600" dirty="0" err="1"/>
              <a:t>bool</a:t>
            </a:r>
            <a:r>
              <a:rPr lang="lv-LV" sz="1600" dirty="0"/>
              <a:t> </a:t>
            </a:r>
            <a:r>
              <a:rPr lang="lv-LV" sz="1600" dirty="0" err="1"/>
              <a:t>operator!=(const</a:t>
            </a:r>
            <a:r>
              <a:rPr lang="lv-LV" sz="1600" dirty="0"/>
              <a:t> </a:t>
            </a:r>
            <a:r>
              <a:rPr lang="lv-LV" sz="1600" dirty="0" err="1"/>
              <a:t>iterator</a:t>
            </a:r>
            <a:r>
              <a:rPr lang="lv-LV" sz="1600" dirty="0"/>
              <a:t> &amp;it) </a:t>
            </a:r>
            <a:br>
              <a:rPr lang="lv-LV" sz="1600" dirty="0"/>
            </a:br>
            <a:r>
              <a:rPr lang="lv-LV" sz="1600" dirty="0"/>
              <a:t>       { </a:t>
            </a:r>
            <a:r>
              <a:rPr lang="lv-LV" sz="1600" dirty="0" err="1"/>
              <a:t>return</a:t>
            </a:r>
            <a:r>
              <a:rPr lang="lv-LV" sz="1600" dirty="0"/>
              <a:t> </a:t>
            </a:r>
            <a:r>
              <a:rPr lang="lv-LV" sz="1600" dirty="0" err="1"/>
              <a:t>pos!=it.pos</a:t>
            </a:r>
            <a:r>
              <a:rPr lang="lv-LV" sz="1600" dirty="0"/>
              <a:t>; };</a:t>
            </a:r>
          </a:p>
          <a:p>
            <a:pPr marL="0" indent="0">
              <a:buNone/>
            </a:pPr>
            <a:r>
              <a:rPr lang="lv-LV" sz="1600" dirty="0"/>
              <a:t>        </a:t>
            </a:r>
            <a:r>
              <a:rPr lang="lv-LV" sz="1600" dirty="0" err="1"/>
              <a:t>iterator</a:t>
            </a:r>
            <a:r>
              <a:rPr lang="lv-LV" sz="1600" dirty="0"/>
              <a:t> operator++() { // </a:t>
            </a:r>
            <a:r>
              <a:rPr lang="lv-LV" sz="1600" dirty="0" err="1"/>
              <a:t>prefix</a:t>
            </a:r>
            <a:endParaRPr lang="lv-LV" sz="1600" dirty="0"/>
          </a:p>
          <a:p>
            <a:pPr marL="0" indent="0">
              <a:buNone/>
            </a:pPr>
            <a:r>
              <a:rPr lang="lv-LV" sz="1600" dirty="0"/>
              <a:t>            </a:t>
            </a:r>
            <a:r>
              <a:rPr lang="lv-LV" sz="1600" dirty="0" err="1"/>
              <a:t>if</a:t>
            </a:r>
            <a:r>
              <a:rPr lang="lv-LV" sz="1600" dirty="0"/>
              <a:t> (pos&lt;</a:t>
            </a:r>
            <a:r>
              <a:rPr lang="lv-LV" sz="1600" dirty="0" err="1"/>
              <a:t>vect-</a:t>
            </a:r>
            <a:r>
              <a:rPr lang="lv-LV" sz="1600" dirty="0"/>
              <a:t>&gt;</a:t>
            </a:r>
            <a:r>
              <a:rPr lang="lv-LV" sz="1600" dirty="0" err="1"/>
              <a:t>len</a:t>
            </a:r>
            <a:r>
              <a:rPr lang="lv-LV" sz="1600" dirty="0"/>
              <a:t>) ++pos;</a:t>
            </a:r>
          </a:p>
          <a:p>
            <a:pPr marL="0" indent="0">
              <a:buNone/>
            </a:pPr>
            <a:r>
              <a:rPr lang="lv-LV" sz="1600" dirty="0"/>
              <a:t>            </a:t>
            </a:r>
            <a:r>
              <a:rPr lang="lv-LV" sz="1600" dirty="0" err="1"/>
              <a:t>return</a:t>
            </a:r>
            <a:r>
              <a:rPr lang="lv-LV" sz="1600" dirty="0"/>
              <a:t> *</a:t>
            </a:r>
            <a:r>
              <a:rPr lang="lv-LV" sz="1600" dirty="0" err="1"/>
              <a:t>this</a:t>
            </a:r>
            <a:r>
              <a:rPr lang="lv-LV" sz="1600" dirty="0"/>
              <a:t>; }</a:t>
            </a:r>
          </a:p>
          <a:p>
            <a:pPr marL="0" indent="0">
              <a:buNone/>
            </a:pPr>
            <a:r>
              <a:rPr lang="lv-LV" sz="1600" dirty="0"/>
              <a:t>    };</a:t>
            </a:r>
          </a:p>
          <a:p>
            <a:pPr marL="0" indent="0">
              <a:buNone/>
            </a:pPr>
            <a:r>
              <a:rPr lang="lv-LV" sz="1600" dirty="0"/>
              <a:t>    X *</a:t>
            </a:r>
            <a:r>
              <a:rPr lang="lv-LV" sz="1600" dirty="0" err="1"/>
              <a:t>aa</a:t>
            </a:r>
            <a:r>
              <a:rPr lang="lv-LV" sz="1600" dirty="0"/>
              <a:t>;</a:t>
            </a:r>
          </a:p>
          <a:p>
            <a:pPr marL="0" indent="0">
              <a:buNone/>
            </a:pPr>
            <a:r>
              <a:rPr lang="lv-LV" sz="1600" dirty="0"/>
              <a:t>    </a:t>
            </a:r>
            <a:r>
              <a:rPr lang="lv-LV" sz="1600" dirty="0" err="1"/>
              <a:t>int</a:t>
            </a:r>
            <a:r>
              <a:rPr lang="lv-LV" sz="1600" dirty="0"/>
              <a:t> </a:t>
            </a:r>
            <a:r>
              <a:rPr lang="lv-LV" sz="1600" dirty="0" err="1"/>
              <a:t>len</a:t>
            </a:r>
            <a:r>
              <a:rPr lang="lv-LV" sz="1600" dirty="0"/>
              <a:t>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917854-8804-0574-9200-DF9563BE469B}"/>
              </a:ext>
            </a:extLst>
          </p:cNvPr>
          <p:cNvSpPr txBox="1"/>
          <p:nvPr/>
        </p:nvSpPr>
        <p:spPr>
          <a:xfrm>
            <a:off x="5424617" y="610136"/>
            <a:ext cx="6335846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600" dirty="0"/>
              <a:t>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public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myvector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() { len=0; };</a:t>
            </a:r>
          </a:p>
          <a:p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size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const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{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len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; };</a:t>
            </a:r>
          </a:p>
          <a:p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   ~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myvector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() {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if(len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&gt;0)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delete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[]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aa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; };</a:t>
            </a:r>
          </a:p>
          <a:p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void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operator+=(X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m);</a:t>
            </a:r>
          </a:p>
          <a:p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const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X&amp;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operator[](int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i)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const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</a:p>
          <a:p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aa[i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];</a:t>
            </a:r>
          </a:p>
          <a:p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</a:p>
          <a:p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iterator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begin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() {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iterator(this,0); };</a:t>
            </a:r>
          </a:p>
          <a:p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iterator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() {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iterator(this,len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); };</a:t>
            </a:r>
          </a:p>
          <a:p>
            <a:endParaRPr lang="lv-LV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/** Dan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Saks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suggested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approach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His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solution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known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as "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Making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New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Friends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"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idiom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idea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to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define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friend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function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inside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class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Source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: https://en.wikibooks.org/wiki/More_C%2B%2B_Idioms/Making_New_Friends  */</a:t>
            </a:r>
          </a:p>
          <a:p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friend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ostream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&amp; operator&lt;&lt;(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ostream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&amp;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out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const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myvector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&lt;X&gt; &amp;v){</a:t>
            </a:r>
          </a:p>
          <a:p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for(int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i=0;i&lt;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v.size();++i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) {</a:t>
            </a:r>
          </a:p>
          <a:p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out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&lt;&lt;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v.aa[i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]&lt;&lt;" ";</a:t>
            </a:r>
          </a:p>
          <a:p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</a:p>
          <a:p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lv-LV" sz="1600" dirty="0" err="1">
                <a:latin typeface="Arial" panose="020B0604020202020204" pitchFamily="34" charset="0"/>
                <a:cs typeface="Arial" panose="020B0604020202020204" pitchFamily="34" charset="0"/>
              </a:rPr>
              <a:t>out</a:t>
            </a:r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</a:p>
          <a:p>
            <a:r>
              <a:rPr lang="lv-LV" sz="1600" dirty="0">
                <a:latin typeface="Arial" panose="020B0604020202020204" pitchFamily="34" charset="0"/>
                <a:cs typeface="Arial" panose="020B0604020202020204" pitchFamily="34" charset="0"/>
              </a:rPr>
              <a:t>};</a:t>
            </a:r>
            <a:endParaRPr lang="lv-LV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6921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5C212-444D-5828-229F-1BD92C5F7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9AAFA5-9852-0762-E820-9CCDE588E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74D3B-0145-4B40-BC41-2631D243DCC0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Virsraksts 1">
            <a:extLst>
              <a:ext uri="{FF2B5EF4-FFF2-40B4-BE49-F238E27FC236}">
                <a16:creationId xmlns:a16="http://schemas.microsoft.com/office/drawing/2014/main" id="{15460A8C-CFA7-70DB-AF4B-F5497EF56D6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31538" y="186104"/>
            <a:ext cx="11399520" cy="1099996"/>
          </a:xfrm>
        </p:spPr>
        <p:txBody>
          <a:bodyPr>
            <a:noAutofit/>
          </a:bodyPr>
          <a:lstStyle/>
          <a:p>
            <a:r>
              <a:rPr lang="lv-LV" dirty="0">
                <a:solidFill>
                  <a:srgbClr val="1B508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Izdrukas operatora pārslogošana </a:t>
            </a:r>
            <a:br>
              <a:rPr lang="lv-LV" dirty="0">
                <a:solidFill>
                  <a:srgbClr val="1B5089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lv-LV" dirty="0">
                <a:solidFill>
                  <a:srgbClr val="1B508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klašu veidnē 2/2</a:t>
            </a:r>
            <a:endParaRPr lang="en-US" dirty="0">
              <a:solidFill>
                <a:srgbClr val="1B508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EBA92913-6AA5-0B9A-1684-EBC19B1B6BAF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 bwMode="auto">
          <a:xfrm>
            <a:off x="545382" y="2157713"/>
            <a:ext cx="4835986" cy="38595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buNone/>
            </a:pPr>
            <a:r>
              <a:rPr lang="lv-LV" sz="1600" dirty="0" err="1"/>
              <a:t>template</a:t>
            </a:r>
            <a:r>
              <a:rPr lang="lv-LV" sz="1600" dirty="0"/>
              <a:t> &lt;</a:t>
            </a:r>
            <a:r>
              <a:rPr lang="lv-LV" sz="1600" dirty="0" err="1"/>
              <a:t>class</a:t>
            </a:r>
            <a:r>
              <a:rPr lang="lv-LV" sz="1600" dirty="0"/>
              <a:t> X&gt;</a:t>
            </a:r>
          </a:p>
          <a:p>
            <a:pPr marL="0" indent="0">
              <a:buNone/>
            </a:pPr>
            <a:r>
              <a:rPr lang="lv-LV" sz="1600" dirty="0" err="1"/>
              <a:t>void</a:t>
            </a:r>
            <a:r>
              <a:rPr lang="lv-LV" sz="1600" dirty="0"/>
              <a:t> </a:t>
            </a:r>
            <a:r>
              <a:rPr lang="lv-LV" sz="1600" dirty="0" err="1"/>
              <a:t>myvector</a:t>
            </a:r>
            <a:r>
              <a:rPr lang="lv-LV" sz="1600" dirty="0"/>
              <a:t>&lt;X&gt;::</a:t>
            </a:r>
            <a:r>
              <a:rPr lang="lv-LV" sz="1600" dirty="0" err="1"/>
              <a:t>operator+=(X</a:t>
            </a:r>
            <a:r>
              <a:rPr lang="lv-LV" sz="1600" dirty="0"/>
              <a:t> m) {</a:t>
            </a:r>
          </a:p>
          <a:p>
            <a:pPr marL="0" indent="0">
              <a:buNone/>
            </a:pPr>
            <a:r>
              <a:rPr lang="lv-LV" sz="1600" dirty="0"/>
              <a:t>    </a:t>
            </a:r>
            <a:r>
              <a:rPr lang="lv-LV" sz="1600" dirty="0" err="1"/>
              <a:t>if</a:t>
            </a:r>
            <a:r>
              <a:rPr lang="lv-LV" sz="1600" dirty="0"/>
              <a:t> (len==0) {</a:t>
            </a:r>
          </a:p>
          <a:p>
            <a:pPr marL="0" indent="0">
              <a:buNone/>
            </a:pPr>
            <a:r>
              <a:rPr lang="lv-LV" sz="1600" dirty="0"/>
              <a:t>        </a:t>
            </a:r>
            <a:r>
              <a:rPr lang="lv-LV" sz="1600" dirty="0" err="1"/>
              <a:t>aa</a:t>
            </a:r>
            <a:r>
              <a:rPr lang="lv-LV" sz="1600" dirty="0"/>
              <a:t> = </a:t>
            </a:r>
            <a:r>
              <a:rPr lang="lv-LV" sz="1600" dirty="0" err="1"/>
              <a:t>new</a:t>
            </a:r>
            <a:r>
              <a:rPr lang="lv-LV" sz="1600" dirty="0"/>
              <a:t> X[1];</a:t>
            </a:r>
          </a:p>
          <a:p>
            <a:pPr marL="0" indent="0">
              <a:buNone/>
            </a:pPr>
            <a:r>
              <a:rPr lang="lv-LV" sz="1600" dirty="0"/>
              <a:t>    }</a:t>
            </a:r>
          </a:p>
          <a:p>
            <a:pPr marL="0" indent="0">
              <a:buNone/>
            </a:pPr>
            <a:r>
              <a:rPr lang="lv-LV" sz="1600" dirty="0"/>
              <a:t>    </a:t>
            </a:r>
            <a:r>
              <a:rPr lang="lv-LV" sz="1600" dirty="0" err="1"/>
              <a:t>else</a:t>
            </a:r>
            <a:r>
              <a:rPr lang="lv-LV" sz="1600" dirty="0"/>
              <a:t> {</a:t>
            </a:r>
          </a:p>
          <a:p>
            <a:pPr marL="0" indent="0">
              <a:buNone/>
            </a:pPr>
            <a:r>
              <a:rPr lang="lv-LV" sz="1600" dirty="0"/>
              <a:t>        X *</a:t>
            </a:r>
            <a:r>
              <a:rPr lang="lv-LV" sz="1600" dirty="0" err="1"/>
              <a:t>tmp</a:t>
            </a:r>
            <a:r>
              <a:rPr lang="lv-LV" sz="1600" dirty="0"/>
              <a:t> = </a:t>
            </a:r>
            <a:r>
              <a:rPr lang="lv-LV" sz="1600" dirty="0" err="1"/>
              <a:t>aa</a:t>
            </a:r>
            <a:r>
              <a:rPr lang="lv-LV" sz="1600" dirty="0"/>
              <a:t>;</a:t>
            </a:r>
          </a:p>
          <a:p>
            <a:pPr marL="0" indent="0">
              <a:buNone/>
            </a:pPr>
            <a:r>
              <a:rPr lang="lv-LV" sz="1600" dirty="0"/>
              <a:t>        </a:t>
            </a:r>
            <a:r>
              <a:rPr lang="lv-LV" sz="1600" dirty="0" err="1"/>
              <a:t>aa</a:t>
            </a:r>
            <a:r>
              <a:rPr lang="lv-LV" sz="1600" dirty="0"/>
              <a:t> = </a:t>
            </a:r>
            <a:r>
              <a:rPr lang="lv-LV" sz="1600" dirty="0" err="1"/>
              <a:t>new</a:t>
            </a:r>
            <a:r>
              <a:rPr lang="lv-LV" sz="1600" dirty="0"/>
              <a:t> X[len+1];</a:t>
            </a:r>
          </a:p>
          <a:p>
            <a:pPr marL="0" indent="0">
              <a:buNone/>
            </a:pPr>
            <a:r>
              <a:rPr lang="lv-LV" sz="1600" dirty="0"/>
              <a:t>        </a:t>
            </a:r>
            <a:r>
              <a:rPr lang="lv-LV" sz="1600" dirty="0" err="1"/>
              <a:t>for</a:t>
            </a:r>
            <a:r>
              <a:rPr lang="lv-LV" sz="1600" dirty="0"/>
              <a:t> (</a:t>
            </a:r>
            <a:r>
              <a:rPr lang="lv-LV" sz="1600" dirty="0" err="1"/>
              <a:t>int</a:t>
            </a:r>
            <a:r>
              <a:rPr lang="lv-LV" sz="1600" dirty="0"/>
              <a:t> i=0;i&lt;</a:t>
            </a:r>
            <a:r>
              <a:rPr lang="lv-LV" sz="1600" dirty="0" err="1"/>
              <a:t>len;++i</a:t>
            </a:r>
            <a:r>
              <a:rPr lang="lv-LV" sz="1600" dirty="0"/>
              <a:t>) {</a:t>
            </a:r>
          </a:p>
          <a:p>
            <a:pPr marL="0" indent="0">
              <a:buNone/>
            </a:pPr>
            <a:r>
              <a:rPr lang="lv-LV" sz="1600" dirty="0"/>
              <a:t>            </a:t>
            </a:r>
            <a:r>
              <a:rPr lang="lv-LV" sz="1600" dirty="0" err="1"/>
              <a:t>aa[i</a:t>
            </a:r>
            <a:r>
              <a:rPr lang="lv-LV" sz="1600" dirty="0"/>
              <a:t>] = </a:t>
            </a:r>
            <a:r>
              <a:rPr lang="lv-LV" sz="1600" dirty="0" err="1"/>
              <a:t>tmp[i</a:t>
            </a:r>
            <a:r>
              <a:rPr lang="lv-LV" sz="1600" dirty="0"/>
              <a:t>];</a:t>
            </a:r>
          </a:p>
          <a:p>
            <a:pPr marL="0" indent="0">
              <a:buNone/>
            </a:pPr>
            <a:r>
              <a:rPr lang="lv-LV" sz="1600" dirty="0"/>
              <a:t>        }</a:t>
            </a:r>
          </a:p>
          <a:p>
            <a:pPr marL="0" indent="0">
              <a:buNone/>
            </a:pPr>
            <a:r>
              <a:rPr lang="lv-LV" sz="1600" dirty="0"/>
              <a:t>        </a:t>
            </a:r>
            <a:r>
              <a:rPr lang="lv-LV" sz="1600" dirty="0" err="1"/>
              <a:t>delete</a:t>
            </a:r>
            <a:r>
              <a:rPr lang="lv-LV" sz="1600" dirty="0"/>
              <a:t> []</a:t>
            </a:r>
            <a:r>
              <a:rPr lang="lv-LV" sz="1600" dirty="0" err="1"/>
              <a:t>tmp</a:t>
            </a:r>
            <a:r>
              <a:rPr lang="lv-LV" sz="1600" dirty="0"/>
              <a:t>;</a:t>
            </a:r>
          </a:p>
          <a:p>
            <a:pPr marL="0" indent="0">
              <a:buNone/>
            </a:pPr>
            <a:r>
              <a:rPr lang="lv-LV" sz="1600" dirty="0"/>
              <a:t>    }</a:t>
            </a:r>
          </a:p>
          <a:p>
            <a:pPr marL="0" indent="0">
              <a:buNone/>
            </a:pPr>
            <a:r>
              <a:rPr lang="lv-LV" sz="1600" dirty="0"/>
              <a:t>    </a:t>
            </a:r>
            <a:r>
              <a:rPr lang="lv-LV" sz="1600" dirty="0" err="1"/>
              <a:t>aa[len</a:t>
            </a:r>
            <a:r>
              <a:rPr lang="lv-LV" sz="1600" dirty="0"/>
              <a:t>] = m;</a:t>
            </a:r>
          </a:p>
          <a:p>
            <a:pPr marL="0" indent="0">
              <a:buNone/>
            </a:pPr>
            <a:r>
              <a:rPr lang="lv-LV" sz="1600" dirty="0"/>
              <a:t>    ++</a:t>
            </a:r>
            <a:r>
              <a:rPr lang="lv-LV" sz="1600" dirty="0" err="1"/>
              <a:t>len</a:t>
            </a:r>
            <a:r>
              <a:rPr lang="lv-LV" sz="1600" dirty="0"/>
              <a:t>;</a:t>
            </a:r>
          </a:p>
          <a:p>
            <a:pPr marL="0" indent="0">
              <a:buNone/>
            </a:pPr>
            <a:r>
              <a:rPr lang="lv-LV" sz="1600" dirty="0"/>
              <a:t>}</a:t>
            </a:r>
          </a:p>
          <a:p>
            <a:pPr marL="0" indent="0">
              <a:buNone/>
            </a:pPr>
            <a:endParaRPr lang="lv-LV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D31679-6C41-79C6-1BC9-808EF49E47C0}"/>
              </a:ext>
            </a:extLst>
          </p:cNvPr>
          <p:cNvSpPr txBox="1"/>
          <p:nvPr/>
        </p:nvSpPr>
        <p:spPr>
          <a:xfrm>
            <a:off x="5495212" y="1286100"/>
            <a:ext cx="633584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int main() {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myvector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&lt;int&gt; v;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v+=1;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v+=8;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v+=4;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for (auto it=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v.begin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();it!=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v.end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();++it) {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cout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&lt;&lt;*it&lt;&lt;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endl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cout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&lt;&lt;v&lt;&lt;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endl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myvector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&lt;string&gt; s;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s+="one";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s+="eight";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s+="four";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for (auto a: s) {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cout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&lt;&lt;a&lt;&lt;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endl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cout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&lt;&lt;s&lt;&lt;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endl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lv-LV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3834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/>
          <p:cNvSpPr>
            <a:spLocks noGrp="1"/>
          </p:cNvSpPr>
          <p:nvPr>
            <p:ph type="title" idx="4294967295"/>
          </p:nvPr>
        </p:nvSpPr>
        <p:spPr>
          <a:xfrm>
            <a:off x="418011" y="440937"/>
            <a:ext cx="11399520" cy="1099996"/>
          </a:xfrm>
        </p:spPr>
        <p:txBody>
          <a:bodyPr>
            <a:noAutofit/>
          </a:bodyPr>
          <a:lstStyle/>
          <a:p>
            <a:r>
              <a:rPr lang="lv-LV" dirty="0">
                <a:solidFill>
                  <a:srgbClr val="1B508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Izmantotie avoti</a:t>
            </a:r>
            <a:endParaRPr lang="en-US" dirty="0">
              <a:solidFill>
                <a:srgbClr val="1B508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atura vietturis 2"/>
          <p:cNvSpPr>
            <a:spLocks noGrp="1"/>
          </p:cNvSpPr>
          <p:nvPr>
            <p:ph idx="4294967295"/>
          </p:nvPr>
        </p:nvSpPr>
        <p:spPr>
          <a:xfrm>
            <a:off x="418011" y="1709530"/>
            <a:ext cx="11618971" cy="4264549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lv-LV" dirty="0"/>
              <a:t>[1] </a:t>
            </a:r>
            <a:r>
              <a:rPr lang="lv-LV" dirty="0" err="1"/>
              <a:t>Bjarne</a:t>
            </a:r>
            <a:r>
              <a:rPr lang="lv-LV" dirty="0"/>
              <a:t> </a:t>
            </a:r>
            <a:r>
              <a:rPr lang="lv-LV" dirty="0" err="1"/>
              <a:t>Stroustrup</a:t>
            </a:r>
            <a:r>
              <a:rPr lang="lv-LV" dirty="0"/>
              <a:t>. </a:t>
            </a:r>
            <a:r>
              <a:rPr lang="lv-LV" i="1" dirty="0" err="1"/>
              <a:t>Programming</a:t>
            </a:r>
            <a:r>
              <a:rPr lang="lv-LV" i="1" dirty="0"/>
              <a:t>: </a:t>
            </a:r>
            <a:r>
              <a:rPr lang="en-US" i="1" dirty="0"/>
              <a:t>Principles and Practice Using C++ (2nd Edition)</a:t>
            </a:r>
            <a:r>
              <a:rPr lang="lv-LV" dirty="0"/>
              <a:t>, </a:t>
            </a:r>
            <a:r>
              <a:rPr lang="lv-LV" dirty="0" err="1"/>
              <a:t>Addison-Wesley</a:t>
            </a:r>
            <a:r>
              <a:rPr lang="lv-LV" dirty="0"/>
              <a:t>, 2014, 1312 p. </a:t>
            </a:r>
            <a:endParaRPr lang="lv-LV" altLang="lv-LV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lv-LV" altLang="lv-LV" dirty="0"/>
              <a:t>[2] Jānis Zuters. </a:t>
            </a:r>
            <a:r>
              <a:rPr lang="lv-LV" altLang="lv-LV" i="1" dirty="0"/>
              <a:t>C++ programmēšana. Operatoru pārslogošana. </a:t>
            </a:r>
            <a:r>
              <a:rPr lang="lv-LV" altLang="lv-LV" dirty="0"/>
              <a:t>[skatīts 21.04.2026.]. Pieejams ar paroli: </a:t>
            </a:r>
            <a:r>
              <a:rPr lang="lv-LV" altLang="lv-LV" i="1" dirty="0"/>
              <a:t>https://estudijas.lu.lv</a:t>
            </a:r>
          </a:p>
          <a:p>
            <a:pPr marL="0" indent="0">
              <a:buFontTx/>
              <a:buNone/>
            </a:pPr>
            <a:r>
              <a:rPr lang="lv-LV" altLang="lv-LV" dirty="0"/>
              <a:t>[3] H.M.Deitel, P.J.Deitel. </a:t>
            </a:r>
            <a:r>
              <a:rPr lang="lv-LV" altLang="lv-LV" i="1" dirty="0"/>
              <a:t>C++ How to program. Fourth Edition</a:t>
            </a:r>
            <a:r>
              <a:rPr lang="lv-LV" altLang="lv-LV" dirty="0"/>
              <a:t>. Prentice Hall, New Jersey, 2003.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lv-LV" altLang="lv-LV" dirty="0"/>
              <a:t>[4] </a:t>
            </a:r>
            <a:r>
              <a:rPr lang="lv-LV" altLang="lv-LV" i="1" dirty="0"/>
              <a:t>C++ information site. </a:t>
            </a:r>
            <a:r>
              <a:rPr lang="lv-LV" altLang="lv-LV" dirty="0"/>
              <a:t>[skatīts 21.04.2026.]. Pieejams: </a:t>
            </a:r>
            <a:r>
              <a:rPr lang="lv-LV" altLang="lv-LV" i="1" dirty="0">
                <a:hlinkClick r:id="rId2"/>
              </a:rPr>
              <a:t>https://cplusplus.com</a:t>
            </a:r>
            <a:endParaRPr lang="lv-LV" altLang="lv-LV" i="1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lv-LV" altLang="lv-LV" dirty="0"/>
              <a:t>[5] Dan </a:t>
            </a:r>
            <a:r>
              <a:rPr lang="lv-LV" altLang="lv-LV" dirty="0" err="1"/>
              <a:t>Saks</a:t>
            </a:r>
            <a:r>
              <a:rPr lang="lv-LV" altLang="lv-LV" dirty="0"/>
              <a:t>. </a:t>
            </a:r>
            <a:r>
              <a:rPr lang="lv-LV" altLang="lv-LV" i="1" dirty="0" err="1"/>
              <a:t>Friend</a:t>
            </a:r>
            <a:r>
              <a:rPr lang="lv-LV" altLang="lv-LV" i="1" dirty="0"/>
              <a:t> </a:t>
            </a:r>
            <a:r>
              <a:rPr lang="lv-LV" altLang="lv-LV" i="1" dirty="0" err="1"/>
              <a:t>function</a:t>
            </a:r>
            <a:r>
              <a:rPr lang="lv-LV" altLang="lv-LV" i="1" dirty="0"/>
              <a:t> </a:t>
            </a:r>
            <a:r>
              <a:rPr lang="lv-LV" altLang="lv-LV" i="1" dirty="0" err="1"/>
              <a:t>inside</a:t>
            </a:r>
            <a:r>
              <a:rPr lang="lv-LV" altLang="lv-LV" i="1" dirty="0"/>
              <a:t> </a:t>
            </a:r>
            <a:r>
              <a:rPr lang="lv-LV" altLang="lv-LV" i="1" dirty="0" err="1"/>
              <a:t>class</a:t>
            </a:r>
            <a:r>
              <a:rPr lang="lv-LV" altLang="lv-LV" i="1" dirty="0"/>
              <a:t> </a:t>
            </a:r>
            <a:r>
              <a:rPr lang="lv-LV" altLang="lv-LV" i="1" dirty="0" err="1"/>
              <a:t>template</a:t>
            </a:r>
            <a:r>
              <a:rPr lang="lv-LV" altLang="lv-LV" i="1" dirty="0"/>
              <a:t>. </a:t>
            </a:r>
            <a:r>
              <a:rPr lang="lv-LV" altLang="lv-LV" dirty="0"/>
              <a:t>[skatīts 22.04.2026.]. Pieejams: </a:t>
            </a:r>
            <a:r>
              <a:rPr lang="lv-LV" altLang="lv-LV" i="1" dirty="0"/>
              <a:t>https://en.wikibooks.org/wiki/More_C%2B%2B_Idioms/Making_New_Friends 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lv-LV" altLang="lv-LV" i="1" dirty="0"/>
          </a:p>
        </p:txBody>
      </p:sp>
      <p:sp>
        <p:nvSpPr>
          <p:cNvPr id="4" name="Slaida numura vietturis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74D3B-0145-4B40-BC41-2631D243DCC0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5821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D6E7B-050D-0A4C-8CE8-2A62913F6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914399"/>
            <a:ext cx="5253317" cy="2805954"/>
          </a:xfrm>
        </p:spPr>
        <p:txBody>
          <a:bodyPr/>
          <a:lstStyle/>
          <a:p>
            <a:pPr algn="ctr"/>
            <a:r>
              <a:rPr lang="lv-LV" dirty="0">
                <a:solidFill>
                  <a:srgbClr val="1B508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Paldies par uzmanību!</a:t>
            </a:r>
            <a:br>
              <a:rPr lang="en-US" dirty="0">
                <a:solidFill>
                  <a:srgbClr val="1B5089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44E1D927-5B7B-BE46-ACE5-CA830F4ED15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81" r="15681"/>
          <a:stretch>
            <a:fillRect/>
          </a:stretch>
        </p:blipFill>
        <p:spPr>
          <a:xfrm>
            <a:off x="6059488" y="457200"/>
            <a:ext cx="5567362" cy="5403850"/>
          </a:xfrm>
        </p:spPr>
      </p:pic>
    </p:spTree>
    <p:extLst>
      <p:ext uri="{BB962C8B-B14F-4D97-AF65-F5344CB8AC3E}">
        <p14:creationId xmlns:p14="http://schemas.microsoft.com/office/powerpoint/2010/main" val="697870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dizains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dizain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3317</TotalTime>
  <Words>1604</Words>
  <Application>Microsoft Office PowerPoint</Application>
  <PresentationFormat>Widescreen</PresentationFormat>
  <Paragraphs>188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inherit</vt:lpstr>
      <vt:lpstr>Office dizains</vt:lpstr>
      <vt:lpstr>Operatoru pārslogošana</vt:lpstr>
      <vt:lpstr>Kas ir operatoru pārslogošana – enciklopēdijas/vārdnīcas </vt:lpstr>
      <vt:lpstr>Kas ir operatoru pārslogošana –  mācībspēku definīcijas</vt:lpstr>
      <vt:lpstr>What is a operator overloading in C++ –  ChatGPT </vt:lpstr>
      <vt:lpstr>Kā jāpieraksta operatoru pārslogošana?</vt:lpstr>
      <vt:lpstr>Operatoru pārslogošanas divi veidi</vt:lpstr>
      <vt:lpstr>Operatora pārslogošanas abi veidi</vt:lpstr>
      <vt:lpstr>Izdrukas operatora pārslogošana</vt:lpstr>
      <vt:lpstr>Izdrukas operatora pārslogošana  klašu veidnē 1/2</vt:lpstr>
      <vt:lpstr>Izdrukas operatora pārslogošana  klašu veidnē 2/2</vt:lpstr>
      <vt:lpstr>Izmantotie avoti</vt:lpstr>
      <vt:lpstr>Paldies par uzmanību!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prezentācija</dc:title>
  <dc:subject/>
  <dc:creator>KID</dc:creator>
  <cp:keywords/>
  <dc:description/>
  <cp:lastModifiedBy>Uldis Straujums</cp:lastModifiedBy>
  <cp:revision>373</cp:revision>
  <dcterms:created xsi:type="dcterms:W3CDTF">2020-06-09T12:17:55Z</dcterms:created>
  <dcterms:modified xsi:type="dcterms:W3CDTF">2026-04-22T18:01:18Z</dcterms:modified>
  <cp:category/>
</cp:coreProperties>
</file>